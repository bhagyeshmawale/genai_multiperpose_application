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8" r:id="rId5"/>
    <p:sldId id="263" r:id="rId6"/>
    <p:sldId id="267" r:id="rId7"/>
    <p:sldId id="269" r:id="rId8"/>
    <p:sldId id="272" r:id="rId9"/>
    <p:sldId id="271" r:id="rId10"/>
    <p:sldId id="273" r:id="rId11"/>
    <p:sldId id="274" r:id="rId12"/>
    <p:sldId id="275" r:id="rId13"/>
    <p:sldId id="281" r:id="rId14"/>
    <p:sldId id="276" r:id="rId15"/>
    <p:sldId id="277" r:id="rId16"/>
    <p:sldId id="278" r:id="rId17"/>
    <p:sldId id="279" r:id="rId18"/>
    <p:sldId id="280" r:id="rId19"/>
    <p:sldId id="265" r:id="rId20"/>
    <p:sldId id="26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AA0BE-494B-78F1-EB41-26DBE1F3F7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756CA3-679D-488E-29A3-2C7B1EA997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3383B-F886-A364-4068-D6E0DD018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2263-FA7B-48A4-BC89-7436476796E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2108E-9A6B-96BB-178F-E650E2CE6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30BD8-10BE-8405-D89E-1945EC3B7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BB79-10FC-4CBA-B091-6D292E03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448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5261F-7AAE-FB1E-886C-F668C2854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4A58E-FC97-D7A9-4670-1F9C2BC58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36993-5C53-BF9B-0178-538DE2A40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2263-FA7B-48A4-BC89-7436476796E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B61D4-61DF-5003-D9BF-F76E6D35B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C15C0-E05E-616E-1678-1B93D6FA5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BB79-10FC-4CBA-B091-6D292E03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159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74E53-D334-61BE-8630-AEA6857C9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DD440-75A8-ADB4-1B3D-A599864B9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EE228-58FE-C0C0-E5B2-1B2D8CA90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2263-FA7B-48A4-BC89-7436476796E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8E651-0281-7061-EA94-E20D73245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B7F28-8DCA-7A98-AFD5-51BF1A1FC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BB79-10FC-4CBA-B091-6D292E03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856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9CF0E-47A5-9993-5D60-755D5AD00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A90C7-9923-1534-FB6D-0F3A49EB13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478093-FB8F-1EF8-5A0A-7305F3C59E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5063A6-F0FE-29D5-4B81-4164B8458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2263-FA7B-48A4-BC89-7436476796E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598FE-2F77-C61C-B431-158AEA668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B284F-5D27-FDE1-3093-441F0FBD2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BB79-10FC-4CBA-B091-6D292E03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982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1454-62CA-F6CA-AA65-EBD35EDCD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FF08F-9BCC-BDAA-AE24-134E3783C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5A77D7-D1C7-AB9F-A7CD-EB6916290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142FB8-B0AF-EACC-D495-207B10D7A6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F204CB-778E-AE00-993F-01AA3CC51E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9B57CF-B62C-B2FB-2F38-15BF5E930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2263-FA7B-48A4-BC89-7436476796E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E5F69-10E0-782B-DC47-31FE00C7E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39A1DB-55F2-BA88-E2A2-91BF4A29B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BB79-10FC-4CBA-B091-6D292E03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724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83ED2-0800-D0AB-D794-F81A2D359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5ADA35-A6C8-47B7-0A66-FD0F19C21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2263-FA7B-48A4-BC89-7436476796E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8F58C9-A5A1-0890-ADAF-69A3D3A1A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06BB9C-E2CB-1433-85D5-AA770D52E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BB79-10FC-4CBA-B091-6D292E03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8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A22BCA-D03A-74F4-3B59-B9811B54F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2263-FA7B-48A4-BC89-7436476796E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65322D-0D62-5DD7-4014-81F72A195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32DA9-D722-5853-6A18-186231714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BB79-10FC-4CBA-B091-6D292E03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518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D4A62-366B-E705-6435-C262CC8FB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3E13B-2F4C-D955-D292-40EBBE6C6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6E4544-A53D-8F8C-616F-BF7568C0D9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15889-4670-3D1D-3916-2679FD4A6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2263-FA7B-48A4-BC89-7436476796E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25F5D-56B3-4B56-0A72-36ECD3B7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D4C96-C85E-2B13-E2DC-3C62A9FF0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BB79-10FC-4CBA-B091-6D292E03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140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4E11E-0F91-2E75-3622-FA34C2632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059C6D-D7EC-858E-F227-F826EBB7BA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2407AD-ECBA-EAE0-41DC-84C130DFD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01FF0-0694-FE76-D399-AA749F48B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2263-FA7B-48A4-BC89-7436476796E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7B2E9-8D96-5031-A7A5-B15466168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4991EE-40B1-658B-2150-5E23079B7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BB79-10FC-4CBA-B091-6D292E03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900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E0E1E-6325-B47E-A255-9EE2B2705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1A4DF2-F239-BF92-10FA-5E2A847C4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1E15B-5B55-3F91-4D3A-B5A5D540F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2263-FA7B-48A4-BC89-7436476796E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12BD6-8273-6CA1-1647-2B3BD42FA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64E1B-81DC-050B-1FA7-99F06C678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BB79-10FC-4CBA-B091-6D292E03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60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76D1D4-4917-B5AB-3F4E-AF48A451D9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D3902A-8E41-1101-1D65-0224333B37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2243C-7415-996B-3BF4-0AC9AACF7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2263-FA7B-48A4-BC89-7436476796E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C2CA8-CD85-7B1A-A197-D4B146827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0BFE3-07C5-C931-FBEF-85B483D19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BB79-10FC-4CBA-B091-6D292E03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224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605278-DE94-AB26-3115-040B4EF71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C470F-03AC-B448-6038-3034C8ABE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BEF88-E152-4BC1-EDE8-C102E4DBB4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422263-FA7B-48A4-BC89-7436476796E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058F2-48A2-C3B5-966A-4CA7A03328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DAEAE-FB9E-3F33-E816-6885F91F38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DBB79-10FC-4CBA-B091-6D292E03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712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6DC4D0-02B3-2B45-987A-06977382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3429000"/>
            <a:ext cx="4805996" cy="2135947"/>
          </a:xfrm>
        </p:spPr>
        <p:txBody>
          <a:bodyPr anchor="t">
            <a:normAutofit/>
          </a:bodyPr>
          <a:lstStyle/>
          <a:p>
            <a:pPr algn="l"/>
            <a:r>
              <a:rPr lang="en-IN" sz="2800" b="1" dirty="0">
                <a:solidFill>
                  <a:schemeClr val="tx2"/>
                </a:solidFill>
              </a:rPr>
              <a:t>Machine Learning Fundamentals</a:t>
            </a:r>
            <a:br>
              <a:rPr lang="en-IN" sz="2800" dirty="0">
                <a:solidFill>
                  <a:schemeClr val="tx2"/>
                </a:solidFill>
              </a:rPr>
            </a:br>
            <a:endParaRPr lang="en-IN" sz="2800" dirty="0">
              <a:solidFill>
                <a:schemeClr val="tx2"/>
              </a:solidFill>
            </a:endParaRPr>
          </a:p>
        </p:txBody>
      </p:sp>
      <p:pic>
        <p:nvPicPr>
          <p:cNvPr id="40" name="Graphic 39" descr="Head with Gears">
            <a:extLst>
              <a:ext uri="{FF2B5EF4-FFF2-40B4-BE49-F238E27FC236}">
                <a16:creationId xmlns:a16="http://schemas.microsoft.com/office/drawing/2014/main" id="{8670938D-FD1D-F4D1-0BD9-99A61CE731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12305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50059" y="5162074"/>
            <a:ext cx="1271587" cy="685800"/>
          </a:xfrm>
          <a:custGeom>
            <a:avLst/>
            <a:gdLst/>
            <a:ahLst/>
            <a:cxnLst/>
            <a:rect l="0" t="0" r="0" b="0"/>
            <a:pathLst>
              <a:path w="1271587" h="685800">
                <a:moveTo>
                  <a:pt x="1271587" y="0"/>
                </a:moveTo>
                <a:lnTo>
                  <a:pt x="600075" y="0"/>
                </a:lnTo>
                <a:cubicBezTo>
                  <a:pt x="584292" y="0"/>
                  <a:pt x="571500" y="12792"/>
                  <a:pt x="571500" y="28575"/>
                </a:cubicBezTo>
                <a:cubicBezTo>
                  <a:pt x="571500" y="44357"/>
                  <a:pt x="584292" y="57150"/>
                  <a:pt x="600075" y="57150"/>
                </a:cubicBezTo>
                <a:lnTo>
                  <a:pt x="628650" y="57150"/>
                </a:lnTo>
                <a:lnTo>
                  <a:pt x="628650" y="228600"/>
                </a:lnTo>
                <a:lnTo>
                  <a:pt x="314325" y="228600"/>
                </a:lnTo>
                <a:cubicBezTo>
                  <a:pt x="298542" y="228600"/>
                  <a:pt x="285750" y="241392"/>
                  <a:pt x="285750" y="257175"/>
                </a:cubicBezTo>
                <a:cubicBezTo>
                  <a:pt x="285750" y="272957"/>
                  <a:pt x="298542" y="285750"/>
                  <a:pt x="314325" y="285750"/>
                </a:cubicBezTo>
                <a:lnTo>
                  <a:pt x="342900" y="285750"/>
                </a:lnTo>
                <a:lnTo>
                  <a:pt x="342900" y="457200"/>
                </a:lnTo>
                <a:lnTo>
                  <a:pt x="28575" y="457200"/>
                </a:lnTo>
                <a:cubicBezTo>
                  <a:pt x="12792" y="457200"/>
                  <a:pt x="0" y="469992"/>
                  <a:pt x="0" y="485775"/>
                </a:cubicBezTo>
                <a:cubicBezTo>
                  <a:pt x="0" y="501557"/>
                  <a:pt x="12792" y="514350"/>
                  <a:pt x="28575" y="514350"/>
                </a:cubicBezTo>
                <a:lnTo>
                  <a:pt x="57150" y="514350"/>
                </a:lnTo>
                <a:lnTo>
                  <a:pt x="57150" y="685800"/>
                </a:lnTo>
                <a:lnTo>
                  <a:pt x="414337" y="685800"/>
                </a:lnTo>
                <a:lnTo>
                  <a:pt x="1271587" y="0"/>
                </a:lnTo>
              </a:path>
            </a:pathLst>
          </a:custGeom>
          <a:solidFill>
            <a:srgbClr val="EDF4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650059" y="5162074"/>
            <a:ext cx="1271587" cy="685800"/>
          </a:xfrm>
          <a:custGeom>
            <a:avLst/>
            <a:gdLst/>
            <a:ahLst/>
            <a:cxnLst/>
            <a:rect l="0" t="0" r="0" b="0"/>
            <a:pathLst>
              <a:path w="1271587" h="685800">
                <a:moveTo>
                  <a:pt x="1271587" y="0"/>
                </a:moveTo>
                <a:lnTo>
                  <a:pt x="600075" y="0"/>
                </a:lnTo>
                <a:cubicBezTo>
                  <a:pt x="584293" y="0"/>
                  <a:pt x="571500" y="12793"/>
                  <a:pt x="571500" y="28575"/>
                </a:cubicBezTo>
                <a:cubicBezTo>
                  <a:pt x="571500" y="44356"/>
                  <a:pt x="584293" y="57150"/>
                  <a:pt x="600075" y="57150"/>
                </a:cubicBezTo>
                <a:lnTo>
                  <a:pt x="628650" y="57150"/>
                </a:lnTo>
                <a:lnTo>
                  <a:pt x="628650" y="228600"/>
                </a:lnTo>
                <a:lnTo>
                  <a:pt x="314325" y="228600"/>
                </a:lnTo>
                <a:cubicBezTo>
                  <a:pt x="298543" y="228600"/>
                  <a:pt x="285750" y="241393"/>
                  <a:pt x="285750" y="257175"/>
                </a:cubicBezTo>
                <a:cubicBezTo>
                  <a:pt x="285750" y="272956"/>
                  <a:pt x="298543" y="285750"/>
                  <a:pt x="314325" y="285750"/>
                </a:cubicBezTo>
                <a:lnTo>
                  <a:pt x="342900" y="285750"/>
                </a:lnTo>
                <a:lnTo>
                  <a:pt x="342900" y="457200"/>
                </a:lnTo>
                <a:lnTo>
                  <a:pt x="28575" y="457200"/>
                </a:lnTo>
                <a:cubicBezTo>
                  <a:pt x="12793" y="457200"/>
                  <a:pt x="0" y="469993"/>
                  <a:pt x="0" y="485775"/>
                </a:cubicBezTo>
                <a:cubicBezTo>
                  <a:pt x="0" y="501556"/>
                  <a:pt x="12793" y="514350"/>
                  <a:pt x="28575" y="514350"/>
                </a:cubicBezTo>
                <a:lnTo>
                  <a:pt x="57150" y="514350"/>
                </a:lnTo>
                <a:lnTo>
                  <a:pt x="57150" y="685800"/>
                </a:lnTo>
                <a:lnTo>
                  <a:pt x="414337" y="685800"/>
                </a:lnTo>
                <a:lnTo>
                  <a:pt x="1271587" y="0"/>
                </a:lnTo>
                <a:close/>
              </a:path>
            </a:pathLst>
          </a:custGeom>
          <a:noFill/>
          <a:ln w="14287">
            <a:solidFill>
              <a:srgbClr val="4E88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507308" y="4476274"/>
            <a:ext cx="1271587" cy="685800"/>
          </a:xfrm>
          <a:custGeom>
            <a:avLst/>
            <a:gdLst/>
            <a:ahLst/>
            <a:cxnLst/>
            <a:rect l="0" t="0" r="0" b="0"/>
            <a:pathLst>
              <a:path w="1271587" h="685800">
                <a:moveTo>
                  <a:pt x="1271587" y="0"/>
                </a:moveTo>
                <a:lnTo>
                  <a:pt x="600075" y="0"/>
                </a:lnTo>
                <a:cubicBezTo>
                  <a:pt x="584292" y="0"/>
                  <a:pt x="571500" y="12792"/>
                  <a:pt x="571500" y="28575"/>
                </a:cubicBezTo>
                <a:cubicBezTo>
                  <a:pt x="571500" y="44357"/>
                  <a:pt x="584292" y="57150"/>
                  <a:pt x="600075" y="57150"/>
                </a:cubicBezTo>
                <a:lnTo>
                  <a:pt x="628650" y="57150"/>
                </a:lnTo>
                <a:lnTo>
                  <a:pt x="628650" y="228600"/>
                </a:lnTo>
                <a:lnTo>
                  <a:pt x="314325" y="228600"/>
                </a:lnTo>
                <a:cubicBezTo>
                  <a:pt x="298542" y="228600"/>
                  <a:pt x="285750" y="241392"/>
                  <a:pt x="285750" y="257175"/>
                </a:cubicBezTo>
                <a:cubicBezTo>
                  <a:pt x="285750" y="272957"/>
                  <a:pt x="298542" y="285750"/>
                  <a:pt x="314325" y="285750"/>
                </a:cubicBezTo>
                <a:lnTo>
                  <a:pt x="342900" y="285750"/>
                </a:lnTo>
                <a:lnTo>
                  <a:pt x="342900" y="457200"/>
                </a:lnTo>
                <a:lnTo>
                  <a:pt x="28575" y="457200"/>
                </a:lnTo>
                <a:cubicBezTo>
                  <a:pt x="12792" y="457200"/>
                  <a:pt x="0" y="469992"/>
                  <a:pt x="0" y="485775"/>
                </a:cubicBezTo>
                <a:cubicBezTo>
                  <a:pt x="0" y="501557"/>
                  <a:pt x="12792" y="514350"/>
                  <a:pt x="28575" y="514350"/>
                </a:cubicBezTo>
                <a:lnTo>
                  <a:pt x="57150" y="514350"/>
                </a:lnTo>
                <a:lnTo>
                  <a:pt x="57150" y="685800"/>
                </a:lnTo>
                <a:lnTo>
                  <a:pt x="414337" y="685800"/>
                </a:lnTo>
                <a:lnTo>
                  <a:pt x="1271587" y="0"/>
                </a:lnTo>
              </a:path>
            </a:pathLst>
          </a:custGeom>
          <a:solidFill>
            <a:srgbClr val="E8F9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507309" y="4476274"/>
            <a:ext cx="1271587" cy="685800"/>
          </a:xfrm>
          <a:custGeom>
            <a:avLst/>
            <a:gdLst/>
            <a:ahLst/>
            <a:cxnLst/>
            <a:rect l="0" t="0" r="0" b="0"/>
            <a:pathLst>
              <a:path w="1271587" h="685800">
                <a:moveTo>
                  <a:pt x="1271587" y="0"/>
                </a:moveTo>
                <a:lnTo>
                  <a:pt x="600075" y="0"/>
                </a:lnTo>
                <a:cubicBezTo>
                  <a:pt x="584293" y="0"/>
                  <a:pt x="571500" y="12793"/>
                  <a:pt x="571500" y="28575"/>
                </a:cubicBezTo>
                <a:cubicBezTo>
                  <a:pt x="571500" y="44356"/>
                  <a:pt x="584293" y="57150"/>
                  <a:pt x="600075" y="57150"/>
                </a:cubicBezTo>
                <a:lnTo>
                  <a:pt x="628650" y="57150"/>
                </a:lnTo>
                <a:lnTo>
                  <a:pt x="628650" y="228600"/>
                </a:lnTo>
                <a:lnTo>
                  <a:pt x="314325" y="228600"/>
                </a:lnTo>
                <a:cubicBezTo>
                  <a:pt x="298543" y="228600"/>
                  <a:pt x="285750" y="241393"/>
                  <a:pt x="285750" y="257175"/>
                </a:cubicBezTo>
                <a:cubicBezTo>
                  <a:pt x="285750" y="272956"/>
                  <a:pt x="298543" y="285750"/>
                  <a:pt x="314325" y="285750"/>
                </a:cubicBezTo>
                <a:lnTo>
                  <a:pt x="342900" y="285750"/>
                </a:lnTo>
                <a:lnTo>
                  <a:pt x="342900" y="457200"/>
                </a:lnTo>
                <a:lnTo>
                  <a:pt x="28575" y="457200"/>
                </a:lnTo>
                <a:cubicBezTo>
                  <a:pt x="12793" y="457200"/>
                  <a:pt x="0" y="469993"/>
                  <a:pt x="0" y="485775"/>
                </a:cubicBezTo>
                <a:cubicBezTo>
                  <a:pt x="0" y="501556"/>
                  <a:pt x="12793" y="514350"/>
                  <a:pt x="28575" y="514350"/>
                </a:cubicBezTo>
                <a:lnTo>
                  <a:pt x="57150" y="514350"/>
                </a:lnTo>
                <a:lnTo>
                  <a:pt x="57150" y="685800"/>
                </a:lnTo>
                <a:lnTo>
                  <a:pt x="414337" y="685800"/>
                </a:lnTo>
                <a:lnTo>
                  <a:pt x="1271587" y="0"/>
                </a:lnTo>
                <a:close/>
              </a:path>
            </a:pathLst>
          </a:custGeom>
          <a:noFill/>
          <a:ln w="14287">
            <a:solidFill>
              <a:srgbClr val="1EABD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64558" y="3790474"/>
            <a:ext cx="1271587" cy="685800"/>
          </a:xfrm>
          <a:custGeom>
            <a:avLst/>
            <a:gdLst/>
            <a:ahLst/>
            <a:cxnLst/>
            <a:rect l="0" t="0" r="0" b="0"/>
            <a:pathLst>
              <a:path w="1271587" h="685800">
                <a:moveTo>
                  <a:pt x="1271587" y="0"/>
                </a:moveTo>
                <a:lnTo>
                  <a:pt x="600075" y="0"/>
                </a:lnTo>
                <a:cubicBezTo>
                  <a:pt x="584292" y="0"/>
                  <a:pt x="571500" y="12792"/>
                  <a:pt x="571500" y="28575"/>
                </a:cubicBezTo>
                <a:cubicBezTo>
                  <a:pt x="571500" y="44357"/>
                  <a:pt x="584292" y="57150"/>
                  <a:pt x="600075" y="57150"/>
                </a:cubicBezTo>
                <a:lnTo>
                  <a:pt x="628650" y="57150"/>
                </a:lnTo>
                <a:lnTo>
                  <a:pt x="628650" y="228600"/>
                </a:lnTo>
                <a:lnTo>
                  <a:pt x="314325" y="228600"/>
                </a:lnTo>
                <a:cubicBezTo>
                  <a:pt x="298542" y="228600"/>
                  <a:pt x="285750" y="241392"/>
                  <a:pt x="285750" y="257175"/>
                </a:cubicBezTo>
                <a:cubicBezTo>
                  <a:pt x="285750" y="272957"/>
                  <a:pt x="298542" y="285750"/>
                  <a:pt x="314325" y="285750"/>
                </a:cubicBezTo>
                <a:lnTo>
                  <a:pt x="342900" y="285750"/>
                </a:lnTo>
                <a:lnTo>
                  <a:pt x="342900" y="457200"/>
                </a:lnTo>
                <a:lnTo>
                  <a:pt x="28575" y="457200"/>
                </a:lnTo>
                <a:cubicBezTo>
                  <a:pt x="12792" y="457200"/>
                  <a:pt x="0" y="469992"/>
                  <a:pt x="0" y="485775"/>
                </a:cubicBezTo>
                <a:cubicBezTo>
                  <a:pt x="0" y="501557"/>
                  <a:pt x="12792" y="514350"/>
                  <a:pt x="28575" y="514350"/>
                </a:cubicBezTo>
                <a:lnTo>
                  <a:pt x="57150" y="514350"/>
                </a:lnTo>
                <a:lnTo>
                  <a:pt x="57150" y="685800"/>
                </a:lnTo>
                <a:lnTo>
                  <a:pt x="414337" y="685800"/>
                </a:lnTo>
                <a:lnTo>
                  <a:pt x="1271587" y="0"/>
                </a:lnTo>
              </a:path>
            </a:pathLst>
          </a:custGeom>
          <a:solidFill>
            <a:srgbClr val="E3FF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64558" y="3790474"/>
            <a:ext cx="1271587" cy="685800"/>
          </a:xfrm>
          <a:custGeom>
            <a:avLst/>
            <a:gdLst/>
            <a:ahLst/>
            <a:cxnLst/>
            <a:rect l="0" t="0" r="0" b="0"/>
            <a:pathLst>
              <a:path w="1271587" h="685800">
                <a:moveTo>
                  <a:pt x="1271587" y="0"/>
                </a:moveTo>
                <a:lnTo>
                  <a:pt x="600075" y="0"/>
                </a:lnTo>
                <a:cubicBezTo>
                  <a:pt x="584293" y="0"/>
                  <a:pt x="571500" y="12793"/>
                  <a:pt x="571500" y="28575"/>
                </a:cubicBezTo>
                <a:cubicBezTo>
                  <a:pt x="571500" y="44356"/>
                  <a:pt x="584293" y="57150"/>
                  <a:pt x="600075" y="57150"/>
                </a:cubicBezTo>
                <a:lnTo>
                  <a:pt x="628650" y="57150"/>
                </a:lnTo>
                <a:lnTo>
                  <a:pt x="628650" y="228600"/>
                </a:lnTo>
                <a:lnTo>
                  <a:pt x="314325" y="228600"/>
                </a:lnTo>
                <a:cubicBezTo>
                  <a:pt x="298543" y="228600"/>
                  <a:pt x="285750" y="241393"/>
                  <a:pt x="285750" y="257175"/>
                </a:cubicBezTo>
                <a:cubicBezTo>
                  <a:pt x="285750" y="272956"/>
                  <a:pt x="298543" y="285750"/>
                  <a:pt x="314325" y="285750"/>
                </a:cubicBezTo>
                <a:lnTo>
                  <a:pt x="342900" y="285750"/>
                </a:lnTo>
                <a:lnTo>
                  <a:pt x="342900" y="457200"/>
                </a:lnTo>
                <a:lnTo>
                  <a:pt x="28575" y="457200"/>
                </a:lnTo>
                <a:cubicBezTo>
                  <a:pt x="12793" y="457200"/>
                  <a:pt x="0" y="469993"/>
                  <a:pt x="0" y="485775"/>
                </a:cubicBezTo>
                <a:cubicBezTo>
                  <a:pt x="0" y="501556"/>
                  <a:pt x="12793" y="514350"/>
                  <a:pt x="28575" y="514350"/>
                </a:cubicBezTo>
                <a:lnTo>
                  <a:pt x="57150" y="514350"/>
                </a:lnTo>
                <a:lnTo>
                  <a:pt x="57150" y="685800"/>
                </a:lnTo>
                <a:lnTo>
                  <a:pt x="414337" y="685800"/>
                </a:lnTo>
                <a:lnTo>
                  <a:pt x="1271587" y="0"/>
                </a:lnTo>
                <a:close/>
              </a:path>
            </a:pathLst>
          </a:custGeom>
          <a:noFill/>
          <a:ln w="14287">
            <a:solidFill>
              <a:srgbClr val="3CC58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221808" y="3104674"/>
            <a:ext cx="1271587" cy="685800"/>
          </a:xfrm>
          <a:custGeom>
            <a:avLst/>
            <a:gdLst/>
            <a:ahLst/>
            <a:cxnLst/>
            <a:rect l="0" t="0" r="0" b="0"/>
            <a:pathLst>
              <a:path w="1271587" h="685800">
                <a:moveTo>
                  <a:pt x="1271587" y="0"/>
                </a:moveTo>
                <a:lnTo>
                  <a:pt x="600075" y="0"/>
                </a:lnTo>
                <a:cubicBezTo>
                  <a:pt x="584292" y="0"/>
                  <a:pt x="571500" y="12792"/>
                  <a:pt x="571500" y="28575"/>
                </a:cubicBezTo>
                <a:cubicBezTo>
                  <a:pt x="571500" y="44357"/>
                  <a:pt x="584292" y="57150"/>
                  <a:pt x="600075" y="57150"/>
                </a:cubicBezTo>
                <a:lnTo>
                  <a:pt x="628650" y="57150"/>
                </a:lnTo>
                <a:lnTo>
                  <a:pt x="628650" y="228600"/>
                </a:lnTo>
                <a:lnTo>
                  <a:pt x="314325" y="228600"/>
                </a:lnTo>
                <a:cubicBezTo>
                  <a:pt x="298542" y="228600"/>
                  <a:pt x="285750" y="241392"/>
                  <a:pt x="285750" y="257175"/>
                </a:cubicBezTo>
                <a:cubicBezTo>
                  <a:pt x="285750" y="272957"/>
                  <a:pt x="298542" y="285750"/>
                  <a:pt x="314325" y="285750"/>
                </a:cubicBezTo>
                <a:lnTo>
                  <a:pt x="342900" y="285750"/>
                </a:lnTo>
                <a:lnTo>
                  <a:pt x="342900" y="457200"/>
                </a:lnTo>
                <a:lnTo>
                  <a:pt x="28575" y="457200"/>
                </a:lnTo>
                <a:cubicBezTo>
                  <a:pt x="12792" y="457200"/>
                  <a:pt x="0" y="469992"/>
                  <a:pt x="0" y="485775"/>
                </a:cubicBezTo>
                <a:cubicBezTo>
                  <a:pt x="0" y="501557"/>
                  <a:pt x="12792" y="514350"/>
                  <a:pt x="28575" y="514350"/>
                </a:cubicBezTo>
                <a:lnTo>
                  <a:pt x="57150" y="514350"/>
                </a:lnTo>
                <a:lnTo>
                  <a:pt x="57150" y="685800"/>
                </a:lnTo>
                <a:lnTo>
                  <a:pt x="414337" y="685800"/>
                </a:lnTo>
                <a:lnTo>
                  <a:pt x="1271587" y="0"/>
                </a:lnTo>
              </a:path>
            </a:pathLst>
          </a:custGeom>
          <a:solidFill>
            <a:srgbClr val="F4FFD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221808" y="3104674"/>
            <a:ext cx="1271587" cy="685800"/>
          </a:xfrm>
          <a:custGeom>
            <a:avLst/>
            <a:gdLst/>
            <a:ahLst/>
            <a:cxnLst/>
            <a:rect l="0" t="0" r="0" b="0"/>
            <a:pathLst>
              <a:path w="1271587" h="685800">
                <a:moveTo>
                  <a:pt x="1271587" y="0"/>
                </a:moveTo>
                <a:lnTo>
                  <a:pt x="600075" y="0"/>
                </a:lnTo>
                <a:cubicBezTo>
                  <a:pt x="584293" y="0"/>
                  <a:pt x="571500" y="12793"/>
                  <a:pt x="571500" y="28575"/>
                </a:cubicBezTo>
                <a:cubicBezTo>
                  <a:pt x="571500" y="44356"/>
                  <a:pt x="584293" y="57150"/>
                  <a:pt x="600075" y="57150"/>
                </a:cubicBezTo>
                <a:lnTo>
                  <a:pt x="628650" y="57150"/>
                </a:lnTo>
                <a:lnTo>
                  <a:pt x="628650" y="228600"/>
                </a:lnTo>
                <a:lnTo>
                  <a:pt x="314325" y="228600"/>
                </a:lnTo>
                <a:cubicBezTo>
                  <a:pt x="298543" y="228600"/>
                  <a:pt x="285750" y="241393"/>
                  <a:pt x="285750" y="257175"/>
                </a:cubicBezTo>
                <a:cubicBezTo>
                  <a:pt x="285750" y="272956"/>
                  <a:pt x="298543" y="285750"/>
                  <a:pt x="314325" y="285750"/>
                </a:cubicBezTo>
                <a:lnTo>
                  <a:pt x="342900" y="285750"/>
                </a:lnTo>
                <a:lnTo>
                  <a:pt x="342900" y="457200"/>
                </a:lnTo>
                <a:lnTo>
                  <a:pt x="28575" y="457200"/>
                </a:lnTo>
                <a:cubicBezTo>
                  <a:pt x="12793" y="457200"/>
                  <a:pt x="0" y="469993"/>
                  <a:pt x="0" y="485775"/>
                </a:cubicBezTo>
                <a:cubicBezTo>
                  <a:pt x="0" y="501556"/>
                  <a:pt x="12793" y="514350"/>
                  <a:pt x="28575" y="514350"/>
                </a:cubicBezTo>
                <a:lnTo>
                  <a:pt x="57150" y="514350"/>
                </a:lnTo>
                <a:lnTo>
                  <a:pt x="57150" y="685800"/>
                </a:lnTo>
                <a:lnTo>
                  <a:pt x="414337" y="685800"/>
                </a:lnTo>
                <a:lnTo>
                  <a:pt x="1271587" y="0"/>
                </a:lnTo>
                <a:close/>
              </a:path>
            </a:pathLst>
          </a:custGeom>
          <a:noFill/>
          <a:ln w="14287">
            <a:solidFill>
              <a:srgbClr val="92BD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79057" y="2418874"/>
            <a:ext cx="914400" cy="685800"/>
          </a:xfrm>
          <a:custGeom>
            <a:avLst/>
            <a:gdLst/>
            <a:ahLst/>
            <a:cxnLst/>
            <a:rect l="0" t="0" r="0" b="0"/>
            <a:pathLst>
              <a:path w="914400" h="685800">
                <a:moveTo>
                  <a:pt x="342900" y="457200"/>
                </a:moveTo>
                <a:lnTo>
                  <a:pt x="28575" y="457200"/>
                </a:lnTo>
                <a:cubicBezTo>
                  <a:pt x="12792" y="457200"/>
                  <a:pt x="0" y="469992"/>
                  <a:pt x="0" y="485775"/>
                </a:cubicBezTo>
                <a:cubicBezTo>
                  <a:pt x="0" y="501557"/>
                  <a:pt x="12792" y="514350"/>
                  <a:pt x="28575" y="514350"/>
                </a:cubicBezTo>
                <a:lnTo>
                  <a:pt x="57150" y="514350"/>
                </a:lnTo>
                <a:lnTo>
                  <a:pt x="57150" y="685800"/>
                </a:lnTo>
                <a:lnTo>
                  <a:pt x="414337" y="685800"/>
                </a:lnTo>
                <a:lnTo>
                  <a:pt x="914400" y="285750"/>
                </a:lnTo>
                <a:lnTo>
                  <a:pt x="914400" y="0"/>
                </a:lnTo>
                <a:lnTo>
                  <a:pt x="600075" y="0"/>
                </a:lnTo>
                <a:cubicBezTo>
                  <a:pt x="584292" y="0"/>
                  <a:pt x="571500" y="12792"/>
                  <a:pt x="571500" y="28575"/>
                </a:cubicBezTo>
                <a:cubicBezTo>
                  <a:pt x="571500" y="44357"/>
                  <a:pt x="584292" y="57150"/>
                  <a:pt x="600075" y="57150"/>
                </a:cubicBezTo>
                <a:lnTo>
                  <a:pt x="628650" y="57150"/>
                </a:lnTo>
                <a:lnTo>
                  <a:pt x="628650" y="228600"/>
                </a:lnTo>
                <a:lnTo>
                  <a:pt x="314325" y="228600"/>
                </a:lnTo>
                <a:cubicBezTo>
                  <a:pt x="298542" y="228600"/>
                  <a:pt x="285750" y="241392"/>
                  <a:pt x="285750" y="257175"/>
                </a:cubicBezTo>
                <a:cubicBezTo>
                  <a:pt x="285750" y="272957"/>
                  <a:pt x="298542" y="285750"/>
                  <a:pt x="314325" y="285750"/>
                </a:cubicBezTo>
                <a:lnTo>
                  <a:pt x="342900" y="285750"/>
                </a:lnTo>
                <a:lnTo>
                  <a:pt x="342900" y="457200"/>
                </a:lnTo>
              </a:path>
            </a:pathLst>
          </a:custGeom>
          <a:solidFill>
            <a:srgbClr val="FFFBD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79057" y="2418874"/>
            <a:ext cx="914400" cy="685800"/>
          </a:xfrm>
          <a:custGeom>
            <a:avLst/>
            <a:gdLst/>
            <a:ahLst/>
            <a:cxnLst/>
            <a:rect l="0" t="0" r="0" b="0"/>
            <a:pathLst>
              <a:path w="914400" h="685800">
                <a:moveTo>
                  <a:pt x="342900" y="457200"/>
                </a:moveTo>
                <a:lnTo>
                  <a:pt x="28575" y="457200"/>
                </a:lnTo>
                <a:cubicBezTo>
                  <a:pt x="12793" y="457200"/>
                  <a:pt x="0" y="469993"/>
                  <a:pt x="0" y="485775"/>
                </a:cubicBezTo>
                <a:cubicBezTo>
                  <a:pt x="0" y="501556"/>
                  <a:pt x="12793" y="514350"/>
                  <a:pt x="28575" y="514350"/>
                </a:cubicBezTo>
                <a:lnTo>
                  <a:pt x="57150" y="514350"/>
                </a:lnTo>
                <a:lnTo>
                  <a:pt x="57150" y="685800"/>
                </a:lnTo>
                <a:lnTo>
                  <a:pt x="414337" y="685800"/>
                </a:lnTo>
                <a:lnTo>
                  <a:pt x="914400" y="285750"/>
                </a:lnTo>
                <a:lnTo>
                  <a:pt x="914400" y="0"/>
                </a:lnTo>
                <a:lnTo>
                  <a:pt x="600075" y="0"/>
                </a:lnTo>
                <a:cubicBezTo>
                  <a:pt x="584293" y="0"/>
                  <a:pt x="571500" y="12793"/>
                  <a:pt x="571500" y="28575"/>
                </a:cubicBezTo>
                <a:cubicBezTo>
                  <a:pt x="571500" y="44356"/>
                  <a:pt x="584293" y="57150"/>
                  <a:pt x="600075" y="57150"/>
                </a:cubicBezTo>
                <a:lnTo>
                  <a:pt x="628650" y="57150"/>
                </a:lnTo>
                <a:lnTo>
                  <a:pt x="628650" y="228600"/>
                </a:lnTo>
                <a:lnTo>
                  <a:pt x="314325" y="228600"/>
                </a:lnTo>
                <a:cubicBezTo>
                  <a:pt x="298543" y="228600"/>
                  <a:pt x="285750" y="241393"/>
                  <a:pt x="285750" y="257175"/>
                </a:cubicBezTo>
                <a:cubicBezTo>
                  <a:pt x="285750" y="272956"/>
                  <a:pt x="298543" y="285750"/>
                  <a:pt x="314325" y="285750"/>
                </a:cubicBezTo>
                <a:lnTo>
                  <a:pt x="342900" y="285750"/>
                </a:lnTo>
                <a:lnTo>
                  <a:pt x="342900" y="457200"/>
                </a:lnTo>
                <a:close/>
              </a:path>
            </a:pathLst>
          </a:custGeom>
          <a:noFill/>
          <a:ln w="14287">
            <a:solidFill>
              <a:srgbClr val="E0CB1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19356" y="1010126"/>
            <a:ext cx="3204403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dirty="0">
                <a:solidFill>
                  <a:srgbClr val="484848"/>
                </a:solidFill>
                <a:latin typeface="Roboto"/>
              </a:rPr>
              <a:t>Machine Learning Foundations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55366" y="1852247"/>
            <a:ext cx="447482" cy="447455"/>
          </a:xfrm>
          <a:custGeom>
            <a:avLst/>
            <a:gdLst/>
            <a:ahLst/>
            <a:cxnLst/>
            <a:rect l="0" t="0" r="0" b="0"/>
            <a:pathLst>
              <a:path w="447482" h="447455">
                <a:moveTo>
                  <a:pt x="212730" y="128477"/>
                </a:moveTo>
                <a:lnTo>
                  <a:pt x="118966" y="128477"/>
                </a:lnTo>
                <a:moveTo>
                  <a:pt x="328516" y="318977"/>
                </a:moveTo>
                <a:lnTo>
                  <a:pt x="234751" y="318977"/>
                </a:lnTo>
                <a:moveTo>
                  <a:pt x="252316" y="385652"/>
                </a:moveTo>
                <a:cubicBezTo>
                  <a:pt x="252316" y="380392"/>
                  <a:pt x="256580" y="376127"/>
                  <a:pt x="261841" y="376127"/>
                </a:cubicBezTo>
                <a:cubicBezTo>
                  <a:pt x="267101" y="376127"/>
                  <a:pt x="271366" y="380392"/>
                  <a:pt x="271366" y="385652"/>
                </a:cubicBezTo>
                <a:cubicBezTo>
                  <a:pt x="271366" y="390913"/>
                  <a:pt x="267101" y="395177"/>
                  <a:pt x="261841" y="395177"/>
                </a:cubicBezTo>
                <a:cubicBezTo>
                  <a:pt x="256580" y="395177"/>
                  <a:pt x="252316" y="390913"/>
                  <a:pt x="252316" y="385652"/>
                </a:cubicBezTo>
                <a:moveTo>
                  <a:pt x="176116" y="61802"/>
                </a:moveTo>
                <a:cubicBezTo>
                  <a:pt x="176116" y="56542"/>
                  <a:pt x="180380" y="52277"/>
                  <a:pt x="185641" y="52277"/>
                </a:cubicBezTo>
                <a:cubicBezTo>
                  <a:pt x="190901" y="52277"/>
                  <a:pt x="195166" y="56542"/>
                  <a:pt x="195166" y="61802"/>
                </a:cubicBezTo>
                <a:cubicBezTo>
                  <a:pt x="195166" y="67063"/>
                  <a:pt x="190901" y="71327"/>
                  <a:pt x="185641" y="71327"/>
                </a:cubicBezTo>
                <a:cubicBezTo>
                  <a:pt x="180380" y="71327"/>
                  <a:pt x="176116" y="67063"/>
                  <a:pt x="176116" y="61802"/>
                </a:cubicBezTo>
                <a:moveTo>
                  <a:pt x="428871" y="141812"/>
                </a:moveTo>
                <a:cubicBezTo>
                  <a:pt x="426373" y="133869"/>
                  <a:pt x="419005" y="128468"/>
                  <a:pt x="410678" y="128477"/>
                </a:cubicBezTo>
                <a:lnTo>
                  <a:pt x="328516" y="128477"/>
                </a:lnTo>
                <a:lnTo>
                  <a:pt x="328516" y="36790"/>
                </a:lnTo>
                <a:cubicBezTo>
                  <a:pt x="328524" y="28463"/>
                  <a:pt x="323124" y="21095"/>
                  <a:pt x="315181" y="18597"/>
                </a:cubicBezTo>
                <a:cubicBezTo>
                  <a:pt x="255639" y="0"/>
                  <a:pt x="191842" y="0"/>
                  <a:pt x="132301" y="18597"/>
                </a:cubicBezTo>
                <a:cubicBezTo>
                  <a:pt x="124357" y="21095"/>
                  <a:pt x="118957" y="28463"/>
                  <a:pt x="118966" y="36790"/>
                </a:cubicBezTo>
                <a:lnTo>
                  <a:pt x="118966" y="128477"/>
                </a:lnTo>
                <a:lnTo>
                  <a:pt x="36803" y="128477"/>
                </a:lnTo>
                <a:cubicBezTo>
                  <a:pt x="28476" y="128468"/>
                  <a:pt x="21108" y="133869"/>
                  <a:pt x="18610" y="141812"/>
                </a:cubicBezTo>
                <a:cubicBezTo>
                  <a:pt x="0" y="194837"/>
                  <a:pt x="0" y="252618"/>
                  <a:pt x="18610" y="305642"/>
                </a:cubicBezTo>
                <a:cubicBezTo>
                  <a:pt x="21108" y="313586"/>
                  <a:pt x="28476" y="318986"/>
                  <a:pt x="36803" y="318977"/>
                </a:cubicBezTo>
                <a:lnTo>
                  <a:pt x="118966" y="318977"/>
                </a:lnTo>
                <a:lnTo>
                  <a:pt x="118966" y="410665"/>
                </a:lnTo>
                <a:cubicBezTo>
                  <a:pt x="118957" y="418992"/>
                  <a:pt x="124357" y="426360"/>
                  <a:pt x="132301" y="428858"/>
                </a:cubicBezTo>
                <a:cubicBezTo>
                  <a:pt x="191842" y="447455"/>
                  <a:pt x="255639" y="447455"/>
                  <a:pt x="315181" y="428858"/>
                </a:cubicBezTo>
                <a:cubicBezTo>
                  <a:pt x="323124" y="426360"/>
                  <a:pt x="328524" y="418992"/>
                  <a:pt x="328516" y="410665"/>
                </a:cubicBezTo>
                <a:lnTo>
                  <a:pt x="328516" y="318977"/>
                </a:lnTo>
                <a:lnTo>
                  <a:pt x="410678" y="318977"/>
                </a:lnTo>
                <a:cubicBezTo>
                  <a:pt x="419005" y="318986"/>
                  <a:pt x="426373" y="313586"/>
                  <a:pt x="428871" y="305642"/>
                </a:cubicBezTo>
                <a:cubicBezTo>
                  <a:pt x="447482" y="252618"/>
                  <a:pt x="447482" y="194837"/>
                  <a:pt x="428871" y="141812"/>
                </a:cubicBezTo>
                <a:close/>
                <a:moveTo>
                  <a:pt x="328516" y="128477"/>
                </a:moveTo>
                <a:lnTo>
                  <a:pt x="328516" y="147527"/>
                </a:lnTo>
                <a:cubicBezTo>
                  <a:pt x="328516" y="189611"/>
                  <a:pt x="294400" y="223727"/>
                  <a:pt x="252316" y="223727"/>
                </a:cubicBezTo>
                <a:lnTo>
                  <a:pt x="195166" y="223727"/>
                </a:lnTo>
                <a:cubicBezTo>
                  <a:pt x="153081" y="223727"/>
                  <a:pt x="118966" y="257843"/>
                  <a:pt x="118966" y="299927"/>
                </a:cubicBezTo>
                <a:lnTo>
                  <a:pt x="118966" y="318977"/>
                </a:lnTo>
              </a:path>
            </a:pathLst>
          </a:custGeom>
          <a:noFill/>
          <a:ln w="14287">
            <a:solidFill>
              <a:srgbClr val="E0CB1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41731" y="1980724"/>
            <a:ext cx="1375378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>
                <a:solidFill>
                  <a:srgbClr val="484848"/>
                </a:solidFill>
                <a:latin typeface="Roboto"/>
              </a:rPr>
              <a:t>scikit-learn Intro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2782" y="2542699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438150" h="438150">
                <a:moveTo>
                  <a:pt x="303276" y="80962"/>
                </a:moveTo>
                <a:cubicBezTo>
                  <a:pt x="285643" y="72214"/>
                  <a:pt x="266943" y="65810"/>
                  <a:pt x="247650" y="61912"/>
                </a:cubicBezTo>
                <a:lnTo>
                  <a:pt x="247650" y="19050"/>
                </a:lnTo>
                <a:cubicBezTo>
                  <a:pt x="247650" y="8528"/>
                  <a:pt x="239121" y="0"/>
                  <a:pt x="228600" y="0"/>
                </a:cubicBezTo>
                <a:lnTo>
                  <a:pt x="209550" y="0"/>
                </a:lnTo>
                <a:cubicBezTo>
                  <a:pt x="199028" y="0"/>
                  <a:pt x="190500" y="8528"/>
                  <a:pt x="190500" y="19050"/>
                </a:cubicBezTo>
                <a:lnTo>
                  <a:pt x="190500" y="61912"/>
                </a:lnTo>
                <a:cubicBezTo>
                  <a:pt x="171206" y="65810"/>
                  <a:pt x="152506" y="72214"/>
                  <a:pt x="134874" y="80962"/>
                </a:cubicBezTo>
                <a:lnTo>
                  <a:pt x="104775" y="50672"/>
                </a:lnTo>
                <a:cubicBezTo>
                  <a:pt x="97344" y="43286"/>
                  <a:pt x="85344" y="43286"/>
                  <a:pt x="77914" y="50672"/>
                </a:cubicBezTo>
                <a:lnTo>
                  <a:pt x="50672" y="77723"/>
                </a:lnTo>
                <a:cubicBezTo>
                  <a:pt x="47066" y="81300"/>
                  <a:pt x="45038" y="86170"/>
                  <a:pt x="45038" y="91249"/>
                </a:cubicBezTo>
                <a:cubicBezTo>
                  <a:pt x="45038" y="96328"/>
                  <a:pt x="47066" y="101198"/>
                  <a:pt x="50672" y="104775"/>
                </a:cubicBezTo>
                <a:lnTo>
                  <a:pt x="80962" y="134873"/>
                </a:lnTo>
                <a:cubicBezTo>
                  <a:pt x="72214" y="152506"/>
                  <a:pt x="65810" y="171206"/>
                  <a:pt x="61912" y="190500"/>
                </a:cubicBezTo>
                <a:lnTo>
                  <a:pt x="19050" y="190500"/>
                </a:lnTo>
                <a:cubicBezTo>
                  <a:pt x="8528" y="190500"/>
                  <a:pt x="0" y="199028"/>
                  <a:pt x="0" y="209550"/>
                </a:cubicBezTo>
                <a:lnTo>
                  <a:pt x="0" y="228600"/>
                </a:lnTo>
                <a:cubicBezTo>
                  <a:pt x="0" y="239121"/>
                  <a:pt x="8528" y="247650"/>
                  <a:pt x="19050" y="247650"/>
                </a:cubicBezTo>
                <a:lnTo>
                  <a:pt x="61912" y="247650"/>
                </a:lnTo>
                <a:cubicBezTo>
                  <a:pt x="65810" y="266943"/>
                  <a:pt x="72214" y="285643"/>
                  <a:pt x="80962" y="303276"/>
                </a:cubicBezTo>
                <a:lnTo>
                  <a:pt x="50672" y="333375"/>
                </a:lnTo>
                <a:cubicBezTo>
                  <a:pt x="43286" y="340805"/>
                  <a:pt x="43286" y="352805"/>
                  <a:pt x="50672" y="360235"/>
                </a:cubicBezTo>
                <a:lnTo>
                  <a:pt x="77533" y="387286"/>
                </a:lnTo>
                <a:cubicBezTo>
                  <a:pt x="81110" y="390892"/>
                  <a:pt x="85979" y="392921"/>
                  <a:pt x="91059" y="392921"/>
                </a:cubicBezTo>
                <a:cubicBezTo>
                  <a:pt x="96138" y="392921"/>
                  <a:pt x="101007" y="390892"/>
                  <a:pt x="104584" y="387286"/>
                </a:cubicBezTo>
                <a:lnTo>
                  <a:pt x="134874" y="356996"/>
                </a:lnTo>
                <a:cubicBezTo>
                  <a:pt x="152506" y="365744"/>
                  <a:pt x="171206" y="372149"/>
                  <a:pt x="190500" y="376047"/>
                </a:cubicBezTo>
                <a:lnTo>
                  <a:pt x="190500" y="419100"/>
                </a:lnTo>
                <a:cubicBezTo>
                  <a:pt x="190500" y="429621"/>
                  <a:pt x="199028" y="438150"/>
                  <a:pt x="209550" y="438150"/>
                </a:cubicBezTo>
                <a:lnTo>
                  <a:pt x="228600" y="438150"/>
                </a:lnTo>
                <a:cubicBezTo>
                  <a:pt x="239121" y="438150"/>
                  <a:pt x="247650" y="429621"/>
                  <a:pt x="247650" y="419100"/>
                </a:cubicBezTo>
                <a:lnTo>
                  <a:pt x="247650" y="376237"/>
                </a:lnTo>
                <a:cubicBezTo>
                  <a:pt x="266943" y="372339"/>
                  <a:pt x="285643" y="365935"/>
                  <a:pt x="303276" y="357187"/>
                </a:cubicBezTo>
                <a:lnTo>
                  <a:pt x="333375" y="387477"/>
                </a:lnTo>
                <a:cubicBezTo>
                  <a:pt x="340805" y="394863"/>
                  <a:pt x="352805" y="394863"/>
                  <a:pt x="360235" y="387477"/>
                </a:cubicBezTo>
                <a:lnTo>
                  <a:pt x="387286" y="360426"/>
                </a:lnTo>
                <a:cubicBezTo>
                  <a:pt x="394672" y="352995"/>
                  <a:pt x="394672" y="340995"/>
                  <a:pt x="387286" y="333565"/>
                </a:cubicBezTo>
                <a:lnTo>
                  <a:pt x="356997" y="303276"/>
                </a:lnTo>
                <a:cubicBezTo>
                  <a:pt x="365744" y="285643"/>
                  <a:pt x="372149" y="266943"/>
                  <a:pt x="376047" y="247650"/>
                </a:cubicBezTo>
                <a:lnTo>
                  <a:pt x="419100" y="247650"/>
                </a:lnTo>
                <a:cubicBezTo>
                  <a:pt x="429621" y="247650"/>
                  <a:pt x="438150" y="239121"/>
                  <a:pt x="438150" y="228600"/>
                </a:cubicBezTo>
                <a:lnTo>
                  <a:pt x="438150" y="209550"/>
                </a:lnTo>
                <a:cubicBezTo>
                  <a:pt x="438150" y="199028"/>
                  <a:pt x="429621" y="190500"/>
                  <a:pt x="419100" y="190500"/>
                </a:cubicBezTo>
                <a:lnTo>
                  <a:pt x="376237" y="190500"/>
                </a:lnTo>
                <a:cubicBezTo>
                  <a:pt x="373951" y="180975"/>
                  <a:pt x="370903" y="168592"/>
                  <a:pt x="366902" y="157162"/>
                </a:cubicBezTo>
                <a:moveTo>
                  <a:pt x="438150" y="0"/>
                </a:moveTo>
                <a:lnTo>
                  <a:pt x="233172" y="249555"/>
                </a:lnTo>
                <a:cubicBezTo>
                  <a:pt x="229821" y="254043"/>
                  <a:pt x="224665" y="256831"/>
                  <a:pt x="219075" y="257175"/>
                </a:cubicBezTo>
                <a:cubicBezTo>
                  <a:pt x="213501" y="257327"/>
                  <a:pt x="208140" y="255029"/>
                  <a:pt x="204406" y="250888"/>
                </a:cubicBezTo>
                <a:lnTo>
                  <a:pt x="142875" y="180975"/>
                </a:lnTo>
              </a:path>
            </a:pathLst>
          </a:custGeom>
          <a:noFill/>
          <a:ln w="14287">
            <a:solidFill>
              <a:srgbClr val="92BD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9789" y="2666524"/>
            <a:ext cx="1130118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>
                <a:solidFill>
                  <a:srgbClr val="484848"/>
                </a:solidFill>
                <a:latin typeface="Roboto"/>
              </a:rPr>
              <a:t>ML Workflow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50296" y="3238024"/>
            <a:ext cx="428625" cy="419100"/>
          </a:xfrm>
          <a:custGeom>
            <a:avLst/>
            <a:gdLst/>
            <a:ahLst/>
            <a:cxnLst/>
            <a:rect l="0" t="0" r="0" b="0"/>
            <a:pathLst>
              <a:path w="428625" h="419100">
                <a:moveTo>
                  <a:pt x="180975" y="76200"/>
                </a:moveTo>
                <a:lnTo>
                  <a:pt x="9525" y="76200"/>
                </a:lnTo>
                <a:cubicBezTo>
                  <a:pt x="3809" y="76200"/>
                  <a:pt x="0" y="72390"/>
                  <a:pt x="0" y="66675"/>
                </a:cubicBezTo>
                <a:lnTo>
                  <a:pt x="0" y="9525"/>
                </a:lnTo>
                <a:cubicBezTo>
                  <a:pt x="0" y="3809"/>
                  <a:pt x="3809" y="0"/>
                  <a:pt x="9525" y="0"/>
                </a:cubicBezTo>
                <a:lnTo>
                  <a:pt x="180975" y="0"/>
                </a:lnTo>
                <a:cubicBezTo>
                  <a:pt x="186690" y="0"/>
                  <a:pt x="190500" y="3809"/>
                  <a:pt x="190500" y="9525"/>
                </a:cubicBezTo>
                <a:lnTo>
                  <a:pt x="190500" y="66675"/>
                </a:lnTo>
                <a:cubicBezTo>
                  <a:pt x="190500" y="70484"/>
                  <a:pt x="186690" y="76200"/>
                  <a:pt x="180975" y="76200"/>
                </a:cubicBezTo>
                <a:close/>
                <a:moveTo>
                  <a:pt x="419100" y="419100"/>
                </a:moveTo>
                <a:lnTo>
                  <a:pt x="247650" y="419100"/>
                </a:lnTo>
                <a:cubicBezTo>
                  <a:pt x="241935" y="419100"/>
                  <a:pt x="238125" y="415289"/>
                  <a:pt x="238125" y="409575"/>
                </a:cubicBezTo>
                <a:lnTo>
                  <a:pt x="238125" y="352425"/>
                </a:lnTo>
                <a:cubicBezTo>
                  <a:pt x="238125" y="346710"/>
                  <a:pt x="241935" y="342900"/>
                  <a:pt x="247650" y="342900"/>
                </a:cubicBezTo>
                <a:lnTo>
                  <a:pt x="419100" y="342900"/>
                </a:lnTo>
                <a:cubicBezTo>
                  <a:pt x="424814" y="342900"/>
                  <a:pt x="428625" y="346710"/>
                  <a:pt x="428625" y="352425"/>
                </a:cubicBezTo>
                <a:lnTo>
                  <a:pt x="428625" y="409575"/>
                </a:lnTo>
                <a:cubicBezTo>
                  <a:pt x="428625" y="413385"/>
                  <a:pt x="424814" y="419100"/>
                  <a:pt x="419100" y="419100"/>
                </a:cubicBezTo>
                <a:close/>
                <a:moveTo>
                  <a:pt x="419100" y="200025"/>
                </a:moveTo>
                <a:lnTo>
                  <a:pt x="323850" y="200025"/>
                </a:lnTo>
                <a:cubicBezTo>
                  <a:pt x="318135" y="200025"/>
                  <a:pt x="314325" y="196214"/>
                  <a:pt x="314325" y="190500"/>
                </a:cubicBezTo>
                <a:lnTo>
                  <a:pt x="314325" y="133350"/>
                </a:lnTo>
                <a:cubicBezTo>
                  <a:pt x="314325" y="127634"/>
                  <a:pt x="318135" y="123825"/>
                  <a:pt x="323850" y="123825"/>
                </a:cubicBezTo>
                <a:lnTo>
                  <a:pt x="419100" y="123825"/>
                </a:lnTo>
                <a:cubicBezTo>
                  <a:pt x="424814" y="123825"/>
                  <a:pt x="428625" y="127634"/>
                  <a:pt x="428625" y="133350"/>
                </a:cubicBezTo>
                <a:lnTo>
                  <a:pt x="428625" y="190500"/>
                </a:lnTo>
                <a:cubicBezTo>
                  <a:pt x="428625" y="194310"/>
                  <a:pt x="424814" y="200025"/>
                  <a:pt x="419100" y="200025"/>
                </a:cubicBezTo>
                <a:close/>
                <a:moveTo>
                  <a:pt x="133350" y="247650"/>
                </a:moveTo>
                <a:lnTo>
                  <a:pt x="38100" y="247650"/>
                </a:lnTo>
                <a:cubicBezTo>
                  <a:pt x="32384" y="247650"/>
                  <a:pt x="28575" y="243839"/>
                  <a:pt x="28575" y="238125"/>
                </a:cubicBezTo>
                <a:lnTo>
                  <a:pt x="28575" y="180975"/>
                </a:lnTo>
                <a:cubicBezTo>
                  <a:pt x="28575" y="175259"/>
                  <a:pt x="32384" y="171450"/>
                  <a:pt x="38100" y="171450"/>
                </a:cubicBezTo>
                <a:lnTo>
                  <a:pt x="133350" y="171450"/>
                </a:lnTo>
                <a:cubicBezTo>
                  <a:pt x="139065" y="171450"/>
                  <a:pt x="142875" y="175259"/>
                  <a:pt x="142875" y="180975"/>
                </a:cubicBezTo>
                <a:lnTo>
                  <a:pt x="142875" y="238125"/>
                </a:lnTo>
                <a:cubicBezTo>
                  <a:pt x="142875" y="241935"/>
                  <a:pt x="139065" y="247650"/>
                  <a:pt x="133350" y="247650"/>
                </a:cubicBezTo>
                <a:close/>
                <a:moveTo>
                  <a:pt x="190500" y="38100"/>
                </a:moveTo>
                <a:lnTo>
                  <a:pt x="247650" y="38100"/>
                </a:lnTo>
                <a:cubicBezTo>
                  <a:pt x="253364" y="38100"/>
                  <a:pt x="257175" y="41909"/>
                  <a:pt x="257175" y="47625"/>
                </a:cubicBezTo>
                <a:lnTo>
                  <a:pt x="257175" y="152400"/>
                </a:lnTo>
                <a:cubicBezTo>
                  <a:pt x="257175" y="158115"/>
                  <a:pt x="260985" y="161925"/>
                  <a:pt x="266700" y="161925"/>
                </a:cubicBezTo>
                <a:lnTo>
                  <a:pt x="314325" y="161925"/>
                </a:lnTo>
                <a:moveTo>
                  <a:pt x="238125" y="381000"/>
                </a:moveTo>
                <a:lnTo>
                  <a:pt x="200025" y="381000"/>
                </a:lnTo>
                <a:cubicBezTo>
                  <a:pt x="194309" y="381000"/>
                  <a:pt x="190500" y="377189"/>
                  <a:pt x="190500" y="371475"/>
                </a:cubicBezTo>
                <a:lnTo>
                  <a:pt x="190500" y="219075"/>
                </a:lnTo>
                <a:cubicBezTo>
                  <a:pt x="190500" y="213360"/>
                  <a:pt x="186690" y="209550"/>
                  <a:pt x="180975" y="209550"/>
                </a:cubicBezTo>
                <a:lnTo>
                  <a:pt x="142875" y="209550"/>
                </a:lnTo>
              </a:path>
            </a:pathLst>
          </a:custGeom>
          <a:noFill/>
          <a:ln w="14287">
            <a:solidFill>
              <a:srgbClr val="3CC58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41421" y="3352324"/>
            <a:ext cx="1061188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>
                <a:solidFill>
                  <a:srgbClr val="484848"/>
                </a:solidFill>
                <a:latin typeface="Roboto"/>
              </a:rPr>
              <a:t>Types of ML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88283" y="3914299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438150" h="438150">
                <a:moveTo>
                  <a:pt x="224523" y="417747"/>
                </a:moveTo>
                <a:cubicBezTo>
                  <a:pt x="224512" y="429018"/>
                  <a:pt x="215372" y="438150"/>
                  <a:pt x="204101" y="438150"/>
                </a:cubicBezTo>
                <a:lnTo>
                  <a:pt x="20402" y="438150"/>
                </a:lnTo>
                <a:cubicBezTo>
                  <a:pt x="9138" y="438139"/>
                  <a:pt x="10" y="429011"/>
                  <a:pt x="0" y="417747"/>
                </a:cubicBezTo>
                <a:lnTo>
                  <a:pt x="0" y="366712"/>
                </a:lnTo>
                <a:cubicBezTo>
                  <a:pt x="0" y="304712"/>
                  <a:pt x="50261" y="254450"/>
                  <a:pt x="112261" y="254450"/>
                </a:cubicBezTo>
                <a:cubicBezTo>
                  <a:pt x="174262" y="254450"/>
                  <a:pt x="224523" y="304712"/>
                  <a:pt x="224523" y="366712"/>
                </a:cubicBezTo>
                <a:close/>
                <a:moveTo>
                  <a:pt x="69399" y="323850"/>
                </a:moveTo>
                <a:cubicBezTo>
                  <a:pt x="69399" y="326480"/>
                  <a:pt x="71531" y="328612"/>
                  <a:pt x="74161" y="328612"/>
                </a:cubicBezTo>
                <a:cubicBezTo>
                  <a:pt x="76791" y="328612"/>
                  <a:pt x="78924" y="326480"/>
                  <a:pt x="78924" y="323850"/>
                </a:cubicBezTo>
                <a:cubicBezTo>
                  <a:pt x="78924" y="321219"/>
                  <a:pt x="76791" y="319087"/>
                  <a:pt x="74161" y="319087"/>
                </a:cubicBezTo>
                <a:cubicBezTo>
                  <a:pt x="71531" y="319087"/>
                  <a:pt x="69399" y="321219"/>
                  <a:pt x="69399" y="323850"/>
                </a:cubicBezTo>
                <a:moveTo>
                  <a:pt x="145599" y="323735"/>
                </a:moveTo>
                <a:cubicBezTo>
                  <a:pt x="145599" y="326365"/>
                  <a:pt x="147731" y="328498"/>
                  <a:pt x="150361" y="328498"/>
                </a:cubicBezTo>
                <a:cubicBezTo>
                  <a:pt x="152991" y="328498"/>
                  <a:pt x="155124" y="326365"/>
                  <a:pt x="155124" y="323735"/>
                </a:cubicBezTo>
                <a:cubicBezTo>
                  <a:pt x="155124" y="321105"/>
                  <a:pt x="152991" y="318973"/>
                  <a:pt x="150361" y="318973"/>
                </a:cubicBezTo>
                <a:cubicBezTo>
                  <a:pt x="147731" y="318973"/>
                  <a:pt x="145599" y="321105"/>
                  <a:pt x="145599" y="323735"/>
                </a:cubicBezTo>
                <a:moveTo>
                  <a:pt x="112261" y="254450"/>
                </a:moveTo>
                <a:lnTo>
                  <a:pt x="112261" y="213626"/>
                </a:lnTo>
                <a:moveTo>
                  <a:pt x="81648" y="183013"/>
                </a:moveTo>
                <a:cubicBezTo>
                  <a:pt x="81648" y="199920"/>
                  <a:pt x="95354" y="213626"/>
                  <a:pt x="112261" y="213626"/>
                </a:cubicBezTo>
                <a:cubicBezTo>
                  <a:pt x="129168" y="213626"/>
                  <a:pt x="142875" y="199920"/>
                  <a:pt x="142875" y="183013"/>
                </a:cubicBezTo>
                <a:cubicBezTo>
                  <a:pt x="142875" y="166106"/>
                  <a:pt x="129168" y="152400"/>
                  <a:pt x="112261" y="152400"/>
                </a:cubicBezTo>
                <a:cubicBezTo>
                  <a:pt x="95354" y="152400"/>
                  <a:pt x="81648" y="166106"/>
                  <a:pt x="81648" y="183013"/>
                </a:cubicBezTo>
                <a:moveTo>
                  <a:pt x="0" y="387000"/>
                </a:moveTo>
                <a:lnTo>
                  <a:pt x="224523" y="387000"/>
                </a:lnTo>
                <a:moveTo>
                  <a:pt x="321944" y="285750"/>
                </a:moveTo>
                <a:lnTo>
                  <a:pt x="287655" y="285750"/>
                </a:lnTo>
                <a:moveTo>
                  <a:pt x="342900" y="247650"/>
                </a:moveTo>
                <a:lnTo>
                  <a:pt x="266700" y="247650"/>
                </a:lnTo>
                <a:moveTo>
                  <a:pt x="304800" y="0"/>
                </a:moveTo>
                <a:lnTo>
                  <a:pt x="304800" y="28575"/>
                </a:lnTo>
                <a:moveTo>
                  <a:pt x="171450" y="133350"/>
                </a:moveTo>
                <a:lnTo>
                  <a:pt x="200025" y="133350"/>
                </a:lnTo>
                <a:moveTo>
                  <a:pt x="438150" y="133350"/>
                </a:moveTo>
                <a:lnTo>
                  <a:pt x="409575" y="133350"/>
                </a:lnTo>
                <a:moveTo>
                  <a:pt x="194824" y="42424"/>
                </a:moveTo>
                <a:lnTo>
                  <a:pt x="219075" y="66675"/>
                </a:lnTo>
                <a:moveTo>
                  <a:pt x="414775" y="42424"/>
                </a:moveTo>
                <a:lnTo>
                  <a:pt x="390525" y="66675"/>
                </a:lnTo>
                <a:moveTo>
                  <a:pt x="371475" y="133350"/>
                </a:moveTo>
                <a:cubicBezTo>
                  <a:pt x="371475" y="96526"/>
                  <a:pt x="341623" y="66675"/>
                  <a:pt x="304800" y="66675"/>
                </a:cubicBezTo>
                <a:cubicBezTo>
                  <a:pt x="267976" y="66675"/>
                  <a:pt x="238125" y="96526"/>
                  <a:pt x="238125" y="133350"/>
                </a:cubicBezTo>
                <a:cubicBezTo>
                  <a:pt x="235948" y="156367"/>
                  <a:pt x="247025" y="178624"/>
                  <a:pt x="266700" y="190766"/>
                </a:cubicBezTo>
                <a:lnTo>
                  <a:pt x="266700" y="200025"/>
                </a:lnTo>
                <a:cubicBezTo>
                  <a:pt x="266700" y="205285"/>
                  <a:pt x="270964" y="209550"/>
                  <a:pt x="276225" y="209550"/>
                </a:cubicBezTo>
                <a:lnTo>
                  <a:pt x="333375" y="209550"/>
                </a:lnTo>
                <a:cubicBezTo>
                  <a:pt x="338635" y="209550"/>
                  <a:pt x="342900" y="205285"/>
                  <a:pt x="342900" y="200025"/>
                </a:cubicBezTo>
                <a:lnTo>
                  <a:pt x="342900" y="190500"/>
                </a:lnTo>
                <a:cubicBezTo>
                  <a:pt x="362551" y="178465"/>
                  <a:pt x="373638" y="156292"/>
                  <a:pt x="371474" y="133350"/>
                </a:cubicBezTo>
                <a:close/>
              </a:path>
            </a:pathLst>
          </a:custGeom>
          <a:noFill/>
          <a:ln w="14287">
            <a:solidFill>
              <a:srgbClr val="1EABD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68993" y="4038124"/>
            <a:ext cx="1476366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>
                <a:solidFill>
                  <a:srgbClr val="484848"/>
                </a:solidFill>
                <a:latin typeface="Roboto"/>
              </a:rPr>
              <a:t>Traditional vs 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31129" y="4600099"/>
            <a:ext cx="437959" cy="438150"/>
          </a:xfrm>
          <a:custGeom>
            <a:avLst/>
            <a:gdLst/>
            <a:ahLst/>
            <a:cxnLst/>
            <a:rect l="0" t="0" r="0" b="0"/>
            <a:pathLst>
              <a:path w="437959" h="438150">
                <a:moveTo>
                  <a:pt x="219075" y="350519"/>
                </a:moveTo>
                <a:cubicBezTo>
                  <a:pt x="220736" y="381827"/>
                  <a:pt x="230826" y="412104"/>
                  <a:pt x="248278" y="438150"/>
                </a:cubicBezTo>
                <a:lnTo>
                  <a:pt x="131445" y="438150"/>
                </a:lnTo>
                <a:cubicBezTo>
                  <a:pt x="148897" y="412104"/>
                  <a:pt x="158987" y="381827"/>
                  <a:pt x="160648" y="350520"/>
                </a:cubicBezTo>
                <a:moveTo>
                  <a:pt x="87629" y="438150"/>
                </a:moveTo>
                <a:lnTo>
                  <a:pt x="292093" y="438150"/>
                </a:lnTo>
                <a:moveTo>
                  <a:pt x="379723" y="262889"/>
                </a:moveTo>
                <a:lnTo>
                  <a:pt x="379723" y="321221"/>
                </a:lnTo>
                <a:cubicBezTo>
                  <a:pt x="379748" y="328982"/>
                  <a:pt x="376683" y="336435"/>
                  <a:pt x="371203" y="341932"/>
                </a:cubicBezTo>
                <a:cubicBezTo>
                  <a:pt x="365724" y="347430"/>
                  <a:pt x="358281" y="350520"/>
                  <a:pt x="350520" y="350519"/>
                </a:cubicBezTo>
                <a:lnTo>
                  <a:pt x="29203" y="350519"/>
                </a:lnTo>
                <a:cubicBezTo>
                  <a:pt x="13079" y="350509"/>
                  <a:pt x="10" y="337440"/>
                  <a:pt x="0" y="321316"/>
                </a:cubicBezTo>
                <a:lnTo>
                  <a:pt x="0" y="87630"/>
                </a:lnTo>
                <a:cubicBezTo>
                  <a:pt x="0" y="71501"/>
                  <a:pt x="13074" y="58426"/>
                  <a:pt x="29203" y="58426"/>
                </a:cubicBezTo>
                <a:lnTo>
                  <a:pt x="126872" y="58426"/>
                </a:lnTo>
                <a:moveTo>
                  <a:pt x="204273" y="0"/>
                </a:moveTo>
                <a:lnTo>
                  <a:pt x="418490" y="0"/>
                </a:lnTo>
                <a:cubicBezTo>
                  <a:pt x="418490" y="0"/>
                  <a:pt x="437959" y="0"/>
                  <a:pt x="437959" y="19469"/>
                </a:cubicBezTo>
                <a:lnTo>
                  <a:pt x="437959" y="194729"/>
                </a:lnTo>
                <a:cubicBezTo>
                  <a:pt x="437959" y="194729"/>
                  <a:pt x="437959" y="214198"/>
                  <a:pt x="418490" y="214198"/>
                </a:cubicBezTo>
                <a:lnTo>
                  <a:pt x="204273" y="214198"/>
                </a:lnTo>
                <a:cubicBezTo>
                  <a:pt x="204273" y="214198"/>
                  <a:pt x="184804" y="214198"/>
                  <a:pt x="184804" y="194729"/>
                </a:cubicBezTo>
                <a:lnTo>
                  <a:pt x="184804" y="19469"/>
                </a:lnTo>
                <a:cubicBezTo>
                  <a:pt x="184804" y="19469"/>
                  <a:pt x="184804" y="0"/>
                  <a:pt x="204273" y="0"/>
                </a:cubicBezTo>
                <a:moveTo>
                  <a:pt x="184804" y="53511"/>
                </a:moveTo>
                <a:lnTo>
                  <a:pt x="437959" y="53511"/>
                </a:lnTo>
                <a:moveTo>
                  <a:pt x="184804" y="158972"/>
                </a:moveTo>
                <a:lnTo>
                  <a:pt x="437959" y="158972"/>
                </a:lnTo>
                <a:moveTo>
                  <a:pt x="184804" y="108775"/>
                </a:moveTo>
                <a:lnTo>
                  <a:pt x="437959" y="108775"/>
                </a:lnTo>
                <a:moveTo>
                  <a:pt x="311372" y="53530"/>
                </a:moveTo>
                <a:lnTo>
                  <a:pt x="311372" y="214217"/>
                </a:lnTo>
                <a:moveTo>
                  <a:pt x="372332" y="53530"/>
                </a:moveTo>
                <a:lnTo>
                  <a:pt x="372332" y="214217"/>
                </a:lnTo>
              </a:path>
            </a:pathLst>
          </a:custGeom>
          <a:noFill/>
          <a:ln w="14287">
            <a:solidFill>
              <a:srgbClr val="4E88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39840" y="4723924"/>
            <a:ext cx="1048365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>
                <a:solidFill>
                  <a:srgbClr val="484848"/>
                </a:solidFill>
                <a:latin typeface="Roboto"/>
              </a:rPr>
              <a:t>What is ML?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238375" y="2596883"/>
            <a:ext cx="7715250" cy="1260414"/>
          </a:xfrm>
          <a:custGeom>
            <a:avLst/>
            <a:gdLst/>
            <a:ahLst/>
            <a:cxnLst/>
            <a:rect l="0" t="0" r="0" b="0"/>
            <a:pathLst>
              <a:path w="7715250" h="1260414">
                <a:moveTo>
                  <a:pt x="6924951" y="8641"/>
                </a:moveTo>
                <a:cubicBezTo>
                  <a:pt x="6895967" y="106187"/>
                  <a:pt x="6878659" y="155565"/>
                  <a:pt x="6841240" y="223296"/>
                </a:cubicBezTo>
                <a:cubicBezTo>
                  <a:pt x="6819140" y="263321"/>
                  <a:pt x="6742999" y="321648"/>
                  <a:pt x="6658003" y="347374"/>
                </a:cubicBezTo>
                <a:cubicBezTo>
                  <a:pt x="6794683" y="394077"/>
                  <a:pt x="6867832" y="461157"/>
                  <a:pt x="6994688" y="634810"/>
                </a:cubicBezTo>
                <a:cubicBezTo>
                  <a:pt x="6994577" y="634810"/>
                  <a:pt x="7537353" y="686562"/>
                  <a:pt x="7715250" y="813718"/>
                </a:cubicBezTo>
                <a:cubicBezTo>
                  <a:pt x="7441727" y="758417"/>
                  <a:pt x="7247714" y="745310"/>
                  <a:pt x="7118895" y="736617"/>
                </a:cubicBezTo>
                <a:cubicBezTo>
                  <a:pt x="7026278" y="730359"/>
                  <a:pt x="6967359" y="726382"/>
                  <a:pt x="6936815" y="710634"/>
                </a:cubicBezTo>
                <a:cubicBezTo>
                  <a:pt x="6743325" y="506934"/>
                  <a:pt x="6564357" y="409714"/>
                  <a:pt x="6390730" y="416812"/>
                </a:cubicBezTo>
                <a:cubicBezTo>
                  <a:pt x="6234299" y="430630"/>
                  <a:pt x="6092552" y="439434"/>
                  <a:pt x="5963519" y="444184"/>
                </a:cubicBezTo>
                <a:cubicBezTo>
                  <a:pt x="5982327" y="393580"/>
                  <a:pt x="5987291" y="359547"/>
                  <a:pt x="5979901" y="337593"/>
                </a:cubicBezTo>
                <a:cubicBezTo>
                  <a:pt x="6065583" y="334979"/>
                  <a:pt x="6156975" y="330101"/>
                  <a:pt x="6254796" y="322574"/>
                </a:cubicBezTo>
                <a:cubicBezTo>
                  <a:pt x="6257119" y="322334"/>
                  <a:pt x="6259622" y="322068"/>
                  <a:pt x="6262279" y="321794"/>
                </a:cubicBezTo>
                <a:cubicBezTo>
                  <a:pt x="6344395" y="313247"/>
                  <a:pt x="6580971" y="288627"/>
                  <a:pt x="6747911" y="183691"/>
                </a:cubicBezTo>
                <a:cubicBezTo>
                  <a:pt x="6747911" y="183691"/>
                  <a:pt x="6829762" y="131270"/>
                  <a:pt x="6918376" y="0"/>
                </a:cubicBezTo>
                <a:cubicBezTo>
                  <a:pt x="6920536" y="2897"/>
                  <a:pt x="6922730" y="5777"/>
                  <a:pt x="6924951" y="8641"/>
                </a:cubicBezTo>
                <a:moveTo>
                  <a:pt x="582552" y="761718"/>
                </a:moveTo>
                <a:cubicBezTo>
                  <a:pt x="527937" y="777817"/>
                  <a:pt x="471084" y="790770"/>
                  <a:pt x="411480" y="799728"/>
                </a:cubicBezTo>
                <a:cubicBezTo>
                  <a:pt x="107156" y="823217"/>
                  <a:pt x="0" y="799728"/>
                  <a:pt x="0" y="799728"/>
                </a:cubicBezTo>
                <a:lnTo>
                  <a:pt x="0" y="1260414"/>
                </a:lnTo>
                <a:cubicBezTo>
                  <a:pt x="0" y="1260414"/>
                  <a:pt x="102870" y="1208971"/>
                  <a:pt x="411480" y="1208971"/>
                </a:cubicBezTo>
                <a:cubicBezTo>
                  <a:pt x="735203" y="1210419"/>
                  <a:pt x="989540" y="1012069"/>
                  <a:pt x="1242609" y="814704"/>
                </a:cubicBezTo>
                <a:cubicBezTo>
                  <a:pt x="1509762" y="606350"/>
                  <a:pt x="1775510" y="399101"/>
                  <a:pt x="2119987" y="429156"/>
                </a:cubicBezTo>
                <a:cubicBezTo>
                  <a:pt x="2148997" y="431685"/>
                  <a:pt x="2177132" y="434197"/>
                  <a:pt x="2204461" y="436657"/>
                </a:cubicBezTo>
                <a:cubicBezTo>
                  <a:pt x="2210076" y="425856"/>
                  <a:pt x="2216308" y="414951"/>
                  <a:pt x="2223106" y="404364"/>
                </a:cubicBezTo>
                <a:cubicBezTo>
                  <a:pt x="2251567" y="360130"/>
                  <a:pt x="2308231" y="285832"/>
                  <a:pt x="2355208" y="285832"/>
                </a:cubicBezTo>
                <a:cubicBezTo>
                  <a:pt x="2402357" y="285832"/>
                  <a:pt x="2457307" y="328069"/>
                  <a:pt x="2478481" y="351129"/>
                </a:cubicBezTo>
                <a:cubicBezTo>
                  <a:pt x="2507799" y="360816"/>
                  <a:pt x="2541060" y="374789"/>
                  <a:pt x="2579122" y="409851"/>
                </a:cubicBezTo>
                <a:cubicBezTo>
                  <a:pt x="2589323" y="416966"/>
                  <a:pt x="2599353" y="426147"/>
                  <a:pt x="2608354" y="439263"/>
                </a:cubicBezTo>
                <a:cubicBezTo>
                  <a:pt x="2616541" y="451153"/>
                  <a:pt x="2623845" y="462812"/>
                  <a:pt x="2629957" y="475045"/>
                </a:cubicBezTo>
                <a:cubicBezTo>
                  <a:pt x="3013413" y="505374"/>
                  <a:pt x="3239101" y="494573"/>
                  <a:pt x="3763524" y="356761"/>
                </a:cubicBezTo>
                <a:cubicBezTo>
                  <a:pt x="3792782" y="319608"/>
                  <a:pt x="3830193" y="283149"/>
                  <a:pt x="3862897" y="283149"/>
                </a:cubicBezTo>
                <a:cubicBezTo>
                  <a:pt x="3888340" y="283149"/>
                  <a:pt x="3916055" y="295605"/>
                  <a:pt x="3939483" y="310718"/>
                </a:cubicBezTo>
                <a:cubicBezTo>
                  <a:pt x="4294128" y="226854"/>
                  <a:pt x="4481300" y="270745"/>
                  <a:pt x="4735937" y="330452"/>
                </a:cubicBezTo>
                <a:cubicBezTo>
                  <a:pt x="4801800" y="345900"/>
                  <a:pt x="4872180" y="362402"/>
                  <a:pt x="4951133" y="378021"/>
                </a:cubicBezTo>
                <a:cubicBezTo>
                  <a:pt x="4977467" y="348009"/>
                  <a:pt x="5008294" y="322197"/>
                  <a:pt x="5035743" y="322197"/>
                </a:cubicBezTo>
                <a:cubicBezTo>
                  <a:pt x="5081975" y="322197"/>
                  <a:pt x="5135861" y="363499"/>
                  <a:pt x="5156624" y="386045"/>
                </a:cubicBezTo>
                <a:cubicBezTo>
                  <a:pt x="5178261" y="393169"/>
                  <a:pt x="5202093" y="402693"/>
                  <a:pt x="5228470" y="421578"/>
                </a:cubicBezTo>
                <a:cubicBezTo>
                  <a:pt x="5289103" y="428616"/>
                  <a:pt x="5354332" y="434608"/>
                  <a:pt x="5425046" y="439152"/>
                </a:cubicBezTo>
                <a:cubicBezTo>
                  <a:pt x="5463348" y="421672"/>
                  <a:pt x="5502104" y="405624"/>
                  <a:pt x="5540286" y="391171"/>
                </a:cubicBezTo>
                <a:cubicBezTo>
                  <a:pt x="5596599" y="369869"/>
                  <a:pt x="5651686" y="352003"/>
                  <a:pt x="5702221" y="338150"/>
                </a:cubicBezTo>
                <a:cubicBezTo>
                  <a:pt x="5306780" y="326655"/>
                  <a:pt x="5052408" y="262412"/>
                  <a:pt x="4825143" y="205011"/>
                </a:cubicBezTo>
                <a:cubicBezTo>
                  <a:pt x="4524788" y="129161"/>
                  <a:pt x="4271762" y="65253"/>
                  <a:pt x="3802975" y="150875"/>
                </a:cubicBezTo>
                <a:cubicBezTo>
                  <a:pt x="3094398" y="280337"/>
                  <a:pt x="2651157" y="229700"/>
                  <a:pt x="2126108" y="169718"/>
                </a:cubicBezTo>
                <a:lnTo>
                  <a:pt x="2124154" y="169718"/>
                </a:lnTo>
                <a:cubicBezTo>
                  <a:pt x="1797653" y="132179"/>
                  <a:pt x="1552951" y="238718"/>
                  <a:pt x="1319564" y="375329"/>
                </a:cubicBezTo>
                <a:cubicBezTo>
                  <a:pt x="1320190" y="384562"/>
                  <a:pt x="1318090" y="393134"/>
                  <a:pt x="1310863" y="398912"/>
                </a:cubicBezTo>
                <a:cubicBezTo>
                  <a:pt x="1301116" y="406679"/>
                  <a:pt x="1288481" y="405264"/>
                  <a:pt x="1276805" y="400730"/>
                </a:cubicBezTo>
                <a:cubicBezTo>
                  <a:pt x="1249270" y="417309"/>
                  <a:pt x="1221838" y="434222"/>
                  <a:pt x="1194380" y="451256"/>
                </a:cubicBezTo>
                <a:cubicBezTo>
                  <a:pt x="1201598" y="468401"/>
                  <a:pt x="1211388" y="499776"/>
                  <a:pt x="1192743" y="512155"/>
                </a:cubicBezTo>
                <a:cubicBezTo>
                  <a:pt x="1174141" y="524474"/>
                  <a:pt x="1149126" y="506891"/>
                  <a:pt x="1136113" y="495593"/>
                </a:cubicBezTo>
                <a:cubicBezTo>
                  <a:pt x="1127095" y="500171"/>
                  <a:pt x="1118154" y="503428"/>
                  <a:pt x="1109710" y="504800"/>
                </a:cubicBezTo>
                <a:cubicBezTo>
                  <a:pt x="1109710" y="512678"/>
                  <a:pt x="1103966" y="525031"/>
                  <a:pt x="1093456" y="538781"/>
                </a:cubicBezTo>
                <a:lnTo>
                  <a:pt x="1091502" y="541327"/>
                </a:lnTo>
                <a:cubicBezTo>
                  <a:pt x="1085904" y="548648"/>
                  <a:pt x="1079577" y="556921"/>
                  <a:pt x="1072256" y="565416"/>
                </a:cubicBezTo>
                <a:lnTo>
                  <a:pt x="1072994" y="566933"/>
                </a:lnTo>
                <a:cubicBezTo>
                  <a:pt x="1078737" y="584455"/>
                  <a:pt x="1089118" y="625895"/>
                  <a:pt x="1069153" y="636842"/>
                </a:cubicBezTo>
                <a:cubicBezTo>
                  <a:pt x="1050036" y="647283"/>
                  <a:pt x="1024139" y="627901"/>
                  <a:pt x="1014598" y="613165"/>
                </a:cubicBezTo>
                <a:cubicBezTo>
                  <a:pt x="1006591" y="617391"/>
                  <a:pt x="997950" y="621111"/>
                  <a:pt x="988589" y="624103"/>
                </a:cubicBezTo>
                <a:cubicBezTo>
                  <a:pt x="985323" y="633567"/>
                  <a:pt x="973836" y="645980"/>
                  <a:pt x="957582" y="658419"/>
                </a:cubicBezTo>
                <a:cubicBezTo>
                  <a:pt x="948144" y="665663"/>
                  <a:pt x="936828" y="673181"/>
                  <a:pt x="924715" y="679764"/>
                </a:cubicBezTo>
                <a:cubicBezTo>
                  <a:pt x="925427" y="698418"/>
                  <a:pt x="923481" y="730214"/>
                  <a:pt x="902101" y="735383"/>
                </a:cubicBezTo>
                <a:cubicBezTo>
                  <a:pt x="882230" y="740201"/>
                  <a:pt x="865968" y="719704"/>
                  <a:pt x="856958" y="704642"/>
                </a:cubicBezTo>
                <a:cubicBezTo>
                  <a:pt x="848540" y="706185"/>
                  <a:pt x="839873" y="707042"/>
                  <a:pt x="831601" y="707205"/>
                </a:cubicBezTo>
                <a:cubicBezTo>
                  <a:pt x="823122" y="714912"/>
                  <a:pt x="806697" y="722396"/>
                  <a:pt x="787435" y="728439"/>
                </a:cubicBezTo>
                <a:cubicBezTo>
                  <a:pt x="783732" y="729614"/>
                  <a:pt x="779651" y="730805"/>
                  <a:pt x="775768" y="731868"/>
                </a:cubicBezTo>
                <a:cubicBezTo>
                  <a:pt x="774619" y="750788"/>
                  <a:pt x="769321" y="779608"/>
                  <a:pt x="748559" y="782754"/>
                </a:cubicBezTo>
                <a:cubicBezTo>
                  <a:pt x="726150" y="786166"/>
                  <a:pt x="710874" y="758914"/>
                  <a:pt x="704059" y="743312"/>
                </a:cubicBezTo>
                <a:cubicBezTo>
                  <a:pt x="695529" y="743475"/>
                  <a:pt x="688071" y="742952"/>
                  <a:pt x="682310" y="741598"/>
                </a:cubicBezTo>
                <a:cubicBezTo>
                  <a:pt x="673918" y="747556"/>
                  <a:pt x="657133" y="752545"/>
                  <a:pt x="637605" y="756051"/>
                </a:cubicBezTo>
                <a:cubicBezTo>
                  <a:pt x="620203" y="759197"/>
                  <a:pt x="600537" y="761212"/>
                  <a:pt x="582552" y="761718"/>
                </a:cubicBezTo>
              </a:path>
            </a:pathLst>
          </a:custGeom>
          <a:solidFill>
            <a:srgbClr val="FFF2E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238375" y="2596875"/>
            <a:ext cx="7715250" cy="1260415"/>
          </a:xfrm>
          <a:custGeom>
            <a:avLst/>
            <a:gdLst/>
            <a:ahLst/>
            <a:cxnLst/>
            <a:rect l="0" t="0" r="0" b="0"/>
            <a:pathLst>
              <a:path w="7715250" h="1260415">
                <a:moveTo>
                  <a:pt x="6924947" y="8637"/>
                </a:moveTo>
                <a:cubicBezTo>
                  <a:pt x="6895971" y="106184"/>
                  <a:pt x="6878656" y="155560"/>
                  <a:pt x="6841241" y="223299"/>
                </a:cubicBezTo>
                <a:cubicBezTo>
                  <a:pt x="6819138" y="263318"/>
                  <a:pt x="6743002" y="321650"/>
                  <a:pt x="6658003" y="347369"/>
                </a:cubicBezTo>
                <a:cubicBezTo>
                  <a:pt x="6794684" y="394076"/>
                  <a:pt x="6867830" y="461152"/>
                  <a:pt x="6994686" y="634810"/>
                </a:cubicBezTo>
                <a:lnTo>
                  <a:pt x="6994580" y="634810"/>
                </a:lnTo>
                <a:cubicBezTo>
                  <a:pt x="6994580" y="634810"/>
                  <a:pt x="7537351" y="686558"/>
                  <a:pt x="7715250" y="813715"/>
                </a:cubicBezTo>
                <a:cubicBezTo>
                  <a:pt x="7441729" y="758413"/>
                  <a:pt x="7247716" y="745312"/>
                  <a:pt x="7118892" y="736612"/>
                </a:cubicBezTo>
                <a:cubicBezTo>
                  <a:pt x="7026279" y="730358"/>
                  <a:pt x="6967359" y="726379"/>
                  <a:pt x="6936811" y="710631"/>
                </a:cubicBezTo>
                <a:cubicBezTo>
                  <a:pt x="6743323" y="506933"/>
                  <a:pt x="6564355" y="409714"/>
                  <a:pt x="6390729" y="416812"/>
                </a:cubicBezTo>
                <a:cubicBezTo>
                  <a:pt x="6234295" y="430628"/>
                  <a:pt x="6092554" y="439436"/>
                  <a:pt x="5963517" y="444185"/>
                </a:cubicBezTo>
                <a:cubicBezTo>
                  <a:pt x="5982329" y="393576"/>
                  <a:pt x="5987288" y="359545"/>
                  <a:pt x="5979898" y="337596"/>
                </a:cubicBezTo>
                <a:cubicBezTo>
                  <a:pt x="6065582" y="334975"/>
                  <a:pt x="6156972" y="330096"/>
                  <a:pt x="6254795" y="322576"/>
                </a:cubicBezTo>
                <a:cubicBezTo>
                  <a:pt x="6257122" y="322331"/>
                  <a:pt x="6259618" y="322071"/>
                  <a:pt x="6262275" y="321794"/>
                </a:cubicBezTo>
                <a:cubicBezTo>
                  <a:pt x="6344394" y="313247"/>
                  <a:pt x="6580971" y="288625"/>
                  <a:pt x="6747914" y="183690"/>
                </a:cubicBezTo>
                <a:cubicBezTo>
                  <a:pt x="6747914" y="183690"/>
                  <a:pt x="6829763" y="131271"/>
                  <a:pt x="6918373" y="0"/>
                </a:cubicBezTo>
                <a:cubicBezTo>
                  <a:pt x="6920539" y="2894"/>
                  <a:pt x="6922731" y="5773"/>
                  <a:pt x="6924947" y="8637"/>
                </a:cubicBezTo>
                <a:close/>
                <a:moveTo>
                  <a:pt x="0" y="799724"/>
                </a:moveTo>
                <a:cubicBezTo>
                  <a:pt x="0" y="799724"/>
                  <a:pt x="107156" y="823218"/>
                  <a:pt x="411480" y="799724"/>
                </a:cubicBezTo>
                <a:cubicBezTo>
                  <a:pt x="471081" y="790766"/>
                  <a:pt x="527933" y="777818"/>
                  <a:pt x="582555" y="761713"/>
                </a:cubicBezTo>
                <a:moveTo>
                  <a:pt x="1194381" y="451258"/>
                </a:moveTo>
                <a:cubicBezTo>
                  <a:pt x="1221836" y="434217"/>
                  <a:pt x="1249272" y="417311"/>
                  <a:pt x="1276807" y="400730"/>
                </a:cubicBezTo>
                <a:moveTo>
                  <a:pt x="1319561" y="375328"/>
                </a:moveTo>
                <a:cubicBezTo>
                  <a:pt x="1552952" y="238714"/>
                  <a:pt x="1797655" y="132177"/>
                  <a:pt x="2124154" y="169493"/>
                </a:cubicBezTo>
                <a:lnTo>
                  <a:pt x="2126108" y="169717"/>
                </a:lnTo>
                <a:cubicBezTo>
                  <a:pt x="2651153" y="229700"/>
                  <a:pt x="3094398" y="280338"/>
                  <a:pt x="3802977" y="150872"/>
                </a:cubicBezTo>
                <a:cubicBezTo>
                  <a:pt x="4271764" y="65256"/>
                  <a:pt x="4524784" y="129157"/>
                  <a:pt x="4825144" y="205013"/>
                </a:cubicBezTo>
                <a:cubicBezTo>
                  <a:pt x="5052409" y="262411"/>
                  <a:pt x="5306776" y="326651"/>
                  <a:pt x="5702219" y="338147"/>
                </a:cubicBezTo>
                <a:cubicBezTo>
                  <a:pt x="5651682" y="352005"/>
                  <a:pt x="5596597" y="369864"/>
                  <a:pt x="5540287" y="391170"/>
                </a:cubicBezTo>
                <a:cubicBezTo>
                  <a:pt x="5502104" y="405625"/>
                  <a:pt x="5463347" y="421672"/>
                  <a:pt x="5425044" y="439152"/>
                </a:cubicBezTo>
                <a:cubicBezTo>
                  <a:pt x="5354333" y="434610"/>
                  <a:pt x="5289100" y="428612"/>
                  <a:pt x="5228469" y="421577"/>
                </a:cubicBezTo>
                <a:moveTo>
                  <a:pt x="4951133" y="378024"/>
                </a:moveTo>
                <a:cubicBezTo>
                  <a:pt x="4872177" y="362399"/>
                  <a:pt x="4801800" y="345896"/>
                  <a:pt x="4735935" y="330451"/>
                </a:cubicBezTo>
                <a:cubicBezTo>
                  <a:pt x="4481298" y="270740"/>
                  <a:pt x="4294123" y="226848"/>
                  <a:pt x="3939482" y="310715"/>
                </a:cubicBezTo>
                <a:moveTo>
                  <a:pt x="3763528" y="356760"/>
                </a:moveTo>
                <a:cubicBezTo>
                  <a:pt x="3239099" y="494574"/>
                  <a:pt x="3013418" y="505372"/>
                  <a:pt x="2629954" y="475045"/>
                </a:cubicBezTo>
                <a:moveTo>
                  <a:pt x="2204459" y="436659"/>
                </a:moveTo>
                <a:cubicBezTo>
                  <a:pt x="2177130" y="434191"/>
                  <a:pt x="2148995" y="431687"/>
                  <a:pt x="2119989" y="429157"/>
                </a:cubicBezTo>
                <a:cubicBezTo>
                  <a:pt x="1775507" y="399096"/>
                  <a:pt x="1509761" y="606350"/>
                  <a:pt x="1242607" y="814702"/>
                </a:cubicBezTo>
                <a:cubicBezTo>
                  <a:pt x="989537" y="1012070"/>
                  <a:pt x="735203" y="1210423"/>
                  <a:pt x="411480" y="1208971"/>
                </a:cubicBezTo>
                <a:cubicBezTo>
                  <a:pt x="102870" y="1208971"/>
                  <a:pt x="0" y="1260415"/>
                  <a:pt x="0" y="1260415"/>
                </a:cubicBezTo>
              </a:path>
            </a:pathLst>
          </a:custGeom>
          <a:noFill/>
          <a:ln w="12858">
            <a:solidFill>
              <a:srgbClr val="DE843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942406" y="2838982"/>
            <a:ext cx="731208" cy="544079"/>
          </a:xfrm>
          <a:custGeom>
            <a:avLst/>
            <a:gdLst/>
            <a:ahLst/>
            <a:cxnLst/>
            <a:rect l="0" t="0" r="0" b="0"/>
            <a:pathLst>
              <a:path w="731208" h="544079">
                <a:moveTo>
                  <a:pt x="656293" y="42571"/>
                </a:moveTo>
                <a:cubicBezTo>
                  <a:pt x="668483" y="55009"/>
                  <a:pt x="691363" y="73749"/>
                  <a:pt x="710531" y="63325"/>
                </a:cubicBezTo>
                <a:cubicBezTo>
                  <a:pt x="731208" y="52026"/>
                  <a:pt x="722370" y="16990"/>
                  <a:pt x="716626" y="0"/>
                </a:cubicBezTo>
                <a:cubicBezTo>
                  <a:pt x="697810" y="16990"/>
                  <a:pt x="675290" y="33287"/>
                  <a:pt x="656293" y="42571"/>
                </a:cubicBezTo>
                <a:moveTo>
                  <a:pt x="546488" y="143323"/>
                </a:moveTo>
                <a:cubicBezTo>
                  <a:pt x="559569" y="153310"/>
                  <a:pt x="588364" y="171527"/>
                  <a:pt x="606830" y="156808"/>
                </a:cubicBezTo>
                <a:cubicBezTo>
                  <a:pt x="624583" y="142620"/>
                  <a:pt x="611424" y="111528"/>
                  <a:pt x="602681" y="95231"/>
                </a:cubicBezTo>
                <a:cubicBezTo>
                  <a:pt x="586950" y="112839"/>
                  <a:pt x="566453" y="131056"/>
                  <a:pt x="546488" y="143323"/>
                </a:cubicBezTo>
                <a:moveTo>
                  <a:pt x="431993" y="253411"/>
                </a:moveTo>
                <a:cubicBezTo>
                  <a:pt x="444981" y="264718"/>
                  <a:pt x="470073" y="282403"/>
                  <a:pt x="488709" y="270059"/>
                </a:cubicBezTo>
                <a:cubicBezTo>
                  <a:pt x="507706" y="257440"/>
                  <a:pt x="497187" y="225122"/>
                  <a:pt x="489944" y="208217"/>
                </a:cubicBezTo>
                <a:cubicBezTo>
                  <a:pt x="473424" y="225911"/>
                  <a:pt x="452576" y="243081"/>
                  <a:pt x="432079" y="253411"/>
                </a:cubicBezTo>
                <a:moveTo>
                  <a:pt x="309287" y="368934"/>
                </a:moveTo>
                <a:cubicBezTo>
                  <a:pt x="317551" y="383833"/>
                  <a:pt x="345068" y="405693"/>
                  <a:pt x="365119" y="394746"/>
                </a:cubicBezTo>
                <a:cubicBezTo>
                  <a:pt x="385085" y="383799"/>
                  <a:pt x="374703" y="342359"/>
                  <a:pt x="368960" y="324837"/>
                </a:cubicBezTo>
                <a:cubicBezTo>
                  <a:pt x="352441" y="339110"/>
                  <a:pt x="334284" y="357987"/>
                  <a:pt x="309287" y="368934"/>
                </a:cubicBezTo>
                <a:moveTo>
                  <a:pt x="152924" y="462546"/>
                </a:moveTo>
                <a:cubicBezTo>
                  <a:pt x="161934" y="477608"/>
                  <a:pt x="178196" y="498105"/>
                  <a:pt x="198067" y="493287"/>
                </a:cubicBezTo>
                <a:cubicBezTo>
                  <a:pt x="219447" y="488118"/>
                  <a:pt x="221393" y="456322"/>
                  <a:pt x="220681" y="437668"/>
                </a:cubicBezTo>
                <a:cubicBezTo>
                  <a:pt x="200013" y="448873"/>
                  <a:pt x="176516" y="458165"/>
                  <a:pt x="152924" y="462546"/>
                </a:cubicBezTo>
                <a:moveTo>
                  <a:pt x="0" y="501156"/>
                </a:moveTo>
                <a:cubicBezTo>
                  <a:pt x="6797" y="516750"/>
                  <a:pt x="22082" y="544079"/>
                  <a:pt x="44525" y="540659"/>
                </a:cubicBezTo>
                <a:cubicBezTo>
                  <a:pt x="65288" y="537504"/>
                  <a:pt x="70585" y="508692"/>
                  <a:pt x="71734" y="489772"/>
                </a:cubicBezTo>
                <a:cubicBezTo>
                  <a:pt x="47440" y="496424"/>
                  <a:pt x="20668" y="500805"/>
                  <a:pt x="0" y="501156"/>
                </a:cubicBez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942407" y="2838982"/>
            <a:ext cx="731207" cy="544077"/>
          </a:xfrm>
          <a:custGeom>
            <a:avLst/>
            <a:gdLst/>
            <a:ahLst/>
            <a:cxnLst/>
            <a:rect l="0" t="0" r="0" b="0"/>
            <a:pathLst>
              <a:path w="731207" h="544077">
                <a:moveTo>
                  <a:pt x="656294" y="42569"/>
                </a:moveTo>
                <a:cubicBezTo>
                  <a:pt x="668485" y="55007"/>
                  <a:pt x="691365" y="73751"/>
                  <a:pt x="710535" y="63328"/>
                </a:cubicBezTo>
                <a:cubicBezTo>
                  <a:pt x="731207" y="52029"/>
                  <a:pt x="722373" y="16992"/>
                  <a:pt x="716630" y="0"/>
                </a:cubicBezTo>
                <a:cubicBezTo>
                  <a:pt x="697814" y="16992"/>
                  <a:pt x="675287" y="33284"/>
                  <a:pt x="656294" y="42569"/>
                </a:cubicBezTo>
                <a:close/>
                <a:moveTo>
                  <a:pt x="546492" y="143322"/>
                </a:moveTo>
                <a:cubicBezTo>
                  <a:pt x="559566" y="153308"/>
                  <a:pt x="588366" y="171527"/>
                  <a:pt x="606830" y="156811"/>
                </a:cubicBezTo>
                <a:cubicBezTo>
                  <a:pt x="624586" y="142621"/>
                  <a:pt x="611423" y="111527"/>
                  <a:pt x="602677" y="95235"/>
                </a:cubicBezTo>
                <a:cubicBezTo>
                  <a:pt x="586953" y="112840"/>
                  <a:pt x="566457" y="131059"/>
                  <a:pt x="546492" y="143322"/>
                </a:cubicBezTo>
                <a:close/>
                <a:moveTo>
                  <a:pt x="431993" y="253415"/>
                </a:moveTo>
                <a:cubicBezTo>
                  <a:pt x="444980" y="264714"/>
                  <a:pt x="470069" y="282407"/>
                  <a:pt x="488709" y="270056"/>
                </a:cubicBezTo>
                <a:cubicBezTo>
                  <a:pt x="507702" y="257444"/>
                  <a:pt x="497190" y="225123"/>
                  <a:pt x="489946" y="208218"/>
                </a:cubicBezTo>
                <a:cubicBezTo>
                  <a:pt x="473426" y="225911"/>
                  <a:pt x="452577" y="243079"/>
                  <a:pt x="432082" y="253415"/>
                </a:cubicBezTo>
                <a:lnTo>
                  <a:pt x="431993" y="253415"/>
                </a:lnTo>
                <a:close/>
                <a:moveTo>
                  <a:pt x="309284" y="368938"/>
                </a:moveTo>
                <a:cubicBezTo>
                  <a:pt x="317547" y="383830"/>
                  <a:pt x="345066" y="405693"/>
                  <a:pt x="365119" y="394744"/>
                </a:cubicBezTo>
                <a:cubicBezTo>
                  <a:pt x="385085" y="383795"/>
                  <a:pt x="374703" y="342355"/>
                  <a:pt x="368961" y="324836"/>
                </a:cubicBezTo>
                <a:cubicBezTo>
                  <a:pt x="352441" y="339114"/>
                  <a:pt x="334285" y="357989"/>
                  <a:pt x="309284" y="368938"/>
                </a:cubicBezTo>
                <a:close/>
                <a:moveTo>
                  <a:pt x="152927" y="462542"/>
                </a:moveTo>
                <a:cubicBezTo>
                  <a:pt x="161937" y="477607"/>
                  <a:pt x="178193" y="498104"/>
                  <a:pt x="198070" y="493286"/>
                </a:cubicBezTo>
                <a:cubicBezTo>
                  <a:pt x="219449" y="488119"/>
                  <a:pt x="221392" y="456323"/>
                  <a:pt x="220685" y="437666"/>
                </a:cubicBezTo>
                <a:cubicBezTo>
                  <a:pt x="200013" y="448878"/>
                  <a:pt x="176514" y="458162"/>
                  <a:pt x="152927" y="462542"/>
                </a:cubicBezTo>
                <a:close/>
                <a:moveTo>
                  <a:pt x="0" y="501157"/>
                </a:moveTo>
                <a:cubicBezTo>
                  <a:pt x="6802" y="516749"/>
                  <a:pt x="22085" y="544077"/>
                  <a:pt x="44524" y="540661"/>
                </a:cubicBezTo>
                <a:cubicBezTo>
                  <a:pt x="65284" y="537507"/>
                  <a:pt x="70585" y="508690"/>
                  <a:pt x="71733" y="489770"/>
                </a:cubicBezTo>
                <a:cubicBezTo>
                  <a:pt x="47439" y="496428"/>
                  <a:pt x="20671" y="500807"/>
                  <a:pt x="0" y="501157"/>
                </a:cubicBezTo>
                <a:close/>
              </a:path>
            </a:pathLst>
          </a:custGeom>
          <a:noFill/>
          <a:ln w="12858">
            <a:solidFill>
              <a:srgbClr val="A3A3A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20330" y="2545913"/>
            <a:ext cx="1144865" cy="814816"/>
          </a:xfrm>
          <a:custGeom>
            <a:avLst/>
            <a:gdLst/>
            <a:ahLst/>
            <a:cxnLst/>
            <a:rect l="0" t="0" r="0" b="0"/>
            <a:pathLst>
              <a:path w="1144865" h="814816">
                <a:moveTo>
                  <a:pt x="7680" y="758057"/>
                </a:moveTo>
                <a:cubicBezTo>
                  <a:pt x="0" y="712246"/>
                  <a:pt x="42313" y="656893"/>
                  <a:pt x="99115" y="628595"/>
                </a:cubicBezTo>
                <a:cubicBezTo>
                  <a:pt x="111836" y="622294"/>
                  <a:pt x="125175" y="617297"/>
                  <a:pt x="138874" y="614056"/>
                </a:cubicBezTo>
                <a:cubicBezTo>
                  <a:pt x="150353" y="595402"/>
                  <a:pt x="185251" y="577529"/>
                  <a:pt x="221556" y="568862"/>
                </a:cubicBezTo>
                <a:cubicBezTo>
                  <a:pt x="233754" y="565879"/>
                  <a:pt x="246202" y="563984"/>
                  <a:pt x="257955" y="563461"/>
                </a:cubicBezTo>
                <a:cubicBezTo>
                  <a:pt x="264573" y="546205"/>
                  <a:pt x="304075" y="520393"/>
                  <a:pt x="339582" y="506549"/>
                </a:cubicBezTo>
                <a:cubicBezTo>
                  <a:pt x="352569" y="501474"/>
                  <a:pt x="365119" y="497976"/>
                  <a:pt x="375184" y="497273"/>
                </a:cubicBezTo>
                <a:cubicBezTo>
                  <a:pt x="378364" y="479494"/>
                  <a:pt x="408933" y="434540"/>
                  <a:pt x="445589" y="411591"/>
                </a:cubicBezTo>
                <a:cubicBezTo>
                  <a:pt x="456108" y="405024"/>
                  <a:pt x="467064" y="400121"/>
                  <a:pt x="478105" y="398278"/>
                </a:cubicBezTo>
                <a:cubicBezTo>
                  <a:pt x="472010" y="376032"/>
                  <a:pt x="513527" y="319642"/>
                  <a:pt x="551074" y="291087"/>
                </a:cubicBezTo>
                <a:cubicBezTo>
                  <a:pt x="562476" y="282506"/>
                  <a:pt x="573431" y="276368"/>
                  <a:pt x="582621" y="274525"/>
                </a:cubicBezTo>
                <a:cubicBezTo>
                  <a:pt x="579698" y="247899"/>
                  <a:pt x="626075" y="191766"/>
                  <a:pt x="665217" y="166280"/>
                </a:cubicBezTo>
                <a:cubicBezTo>
                  <a:pt x="677578" y="158222"/>
                  <a:pt x="689246" y="153224"/>
                  <a:pt x="698341" y="153224"/>
                </a:cubicBezTo>
                <a:cubicBezTo>
                  <a:pt x="698341" y="128793"/>
                  <a:pt x="758940" y="87208"/>
                  <a:pt x="801785" y="71786"/>
                </a:cubicBezTo>
                <a:cubicBezTo>
                  <a:pt x="816719" y="66445"/>
                  <a:pt x="829440" y="64319"/>
                  <a:pt x="836770" y="67122"/>
                </a:cubicBezTo>
                <a:cubicBezTo>
                  <a:pt x="836333" y="32172"/>
                  <a:pt x="945795" y="0"/>
                  <a:pt x="1030071" y="16382"/>
                </a:cubicBezTo>
                <a:cubicBezTo>
                  <a:pt x="1119739" y="33809"/>
                  <a:pt x="1136790" y="77606"/>
                  <a:pt x="1138110" y="96877"/>
                </a:cubicBezTo>
                <a:cubicBezTo>
                  <a:pt x="1144865" y="191389"/>
                  <a:pt x="1009377" y="229974"/>
                  <a:pt x="977925" y="238932"/>
                </a:cubicBezTo>
                <a:lnTo>
                  <a:pt x="977239" y="238932"/>
                </a:lnTo>
                <a:cubicBezTo>
                  <a:pt x="978739" y="246390"/>
                  <a:pt x="971401" y="258795"/>
                  <a:pt x="959305" y="272459"/>
                </a:cubicBezTo>
                <a:cubicBezTo>
                  <a:pt x="931119" y="304340"/>
                  <a:pt x="877763" y="343671"/>
                  <a:pt x="852055" y="343500"/>
                </a:cubicBezTo>
                <a:cubicBezTo>
                  <a:pt x="852320" y="350418"/>
                  <a:pt x="845608" y="362573"/>
                  <a:pt x="835004" y="376144"/>
                </a:cubicBezTo>
                <a:cubicBezTo>
                  <a:pt x="813187" y="404090"/>
                  <a:pt x="774756" y="438414"/>
                  <a:pt x="743930" y="448316"/>
                </a:cubicBezTo>
                <a:cubicBezTo>
                  <a:pt x="744144" y="456554"/>
                  <a:pt x="737526" y="469472"/>
                  <a:pt x="726879" y="483617"/>
                </a:cubicBezTo>
                <a:cubicBezTo>
                  <a:pt x="703819" y="514187"/>
                  <a:pt x="661771" y="550251"/>
                  <a:pt x="627755" y="555772"/>
                </a:cubicBezTo>
                <a:cubicBezTo>
                  <a:pt x="627755" y="563650"/>
                  <a:pt x="622012" y="576003"/>
                  <a:pt x="611502" y="589753"/>
                </a:cubicBezTo>
                <a:cubicBezTo>
                  <a:pt x="610859" y="590585"/>
                  <a:pt x="610207" y="591442"/>
                  <a:pt x="609547" y="592299"/>
                </a:cubicBezTo>
                <a:cubicBezTo>
                  <a:pt x="589170" y="618951"/>
                  <a:pt x="559098" y="658273"/>
                  <a:pt x="506643" y="675075"/>
                </a:cubicBezTo>
                <a:cubicBezTo>
                  <a:pt x="503368" y="684531"/>
                  <a:pt x="491881" y="696952"/>
                  <a:pt x="475628" y="709391"/>
                </a:cubicBezTo>
                <a:cubicBezTo>
                  <a:pt x="444261" y="733480"/>
                  <a:pt x="394617" y="757303"/>
                  <a:pt x="349646" y="758177"/>
                </a:cubicBezTo>
                <a:cubicBezTo>
                  <a:pt x="341168" y="765884"/>
                  <a:pt x="324743" y="773368"/>
                  <a:pt x="305489" y="779411"/>
                </a:cubicBezTo>
                <a:cubicBezTo>
                  <a:pt x="269005" y="790890"/>
                  <a:pt x="222353" y="797739"/>
                  <a:pt x="200356" y="792570"/>
                </a:cubicBezTo>
                <a:cubicBezTo>
                  <a:pt x="191963" y="798519"/>
                  <a:pt x="175179" y="803517"/>
                  <a:pt x="155659" y="807023"/>
                </a:cubicBezTo>
                <a:cubicBezTo>
                  <a:pt x="123238" y="812887"/>
                  <a:pt x="82947" y="814816"/>
                  <a:pt x="60333" y="810349"/>
                </a:cubicBezTo>
                <a:cubicBezTo>
                  <a:pt x="30475" y="804391"/>
                  <a:pt x="11212" y="778991"/>
                  <a:pt x="7680" y="758057"/>
                </a:cubicBezTo>
                <a:moveTo>
                  <a:pt x="743930" y="448230"/>
                </a:moveTo>
                <a:cubicBezTo>
                  <a:pt x="743930" y="448238"/>
                  <a:pt x="743930" y="448256"/>
                  <a:pt x="743930" y="448273"/>
                </a:cubicBezTo>
                <a:moveTo>
                  <a:pt x="1032189" y="79398"/>
                </a:moveTo>
                <a:cubicBezTo>
                  <a:pt x="1032189" y="69720"/>
                  <a:pt x="1024276" y="61876"/>
                  <a:pt x="1014521" y="61876"/>
                </a:cubicBezTo>
                <a:cubicBezTo>
                  <a:pt x="1004765" y="61876"/>
                  <a:pt x="996853" y="69720"/>
                  <a:pt x="996853" y="79398"/>
                </a:cubicBezTo>
                <a:cubicBezTo>
                  <a:pt x="996853" y="89076"/>
                  <a:pt x="1004765" y="96912"/>
                  <a:pt x="1014521" y="96912"/>
                </a:cubicBezTo>
                <a:cubicBezTo>
                  <a:pt x="1024276" y="96912"/>
                  <a:pt x="1032189" y="89076"/>
                  <a:pt x="1032189" y="79398"/>
                </a:cubicBezTo>
              </a:path>
            </a:pathLst>
          </a:custGeom>
          <a:solidFill>
            <a:srgbClr val="F4FFD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20328" y="2545914"/>
            <a:ext cx="1144865" cy="814817"/>
          </a:xfrm>
          <a:custGeom>
            <a:avLst/>
            <a:gdLst/>
            <a:ahLst/>
            <a:cxnLst/>
            <a:rect l="0" t="0" r="0" b="0"/>
            <a:pathLst>
              <a:path w="1144865" h="814817">
                <a:moveTo>
                  <a:pt x="99119" y="628599"/>
                </a:moveTo>
                <a:cubicBezTo>
                  <a:pt x="42315" y="656890"/>
                  <a:pt x="0" y="712248"/>
                  <a:pt x="7685" y="758059"/>
                </a:cubicBezTo>
                <a:cubicBezTo>
                  <a:pt x="11218" y="778993"/>
                  <a:pt x="30477" y="804394"/>
                  <a:pt x="60337" y="810350"/>
                </a:cubicBezTo>
                <a:cubicBezTo>
                  <a:pt x="82952" y="814817"/>
                  <a:pt x="123236" y="812890"/>
                  <a:pt x="155658" y="807022"/>
                </a:cubicBezTo>
                <a:cubicBezTo>
                  <a:pt x="175181" y="803518"/>
                  <a:pt x="191966" y="798524"/>
                  <a:pt x="200359" y="792567"/>
                </a:cubicBezTo>
                <a:cubicBezTo>
                  <a:pt x="222356" y="797735"/>
                  <a:pt x="269004" y="790888"/>
                  <a:pt x="305489" y="779414"/>
                </a:cubicBezTo>
                <a:cubicBezTo>
                  <a:pt x="324747" y="773370"/>
                  <a:pt x="341171" y="765886"/>
                  <a:pt x="349652" y="758178"/>
                </a:cubicBezTo>
                <a:cubicBezTo>
                  <a:pt x="394618" y="757302"/>
                  <a:pt x="444266" y="733477"/>
                  <a:pt x="475628" y="709389"/>
                </a:cubicBezTo>
                <a:cubicBezTo>
                  <a:pt x="491883" y="696951"/>
                  <a:pt x="503372" y="684535"/>
                  <a:pt x="506640" y="675075"/>
                </a:cubicBezTo>
                <a:cubicBezTo>
                  <a:pt x="560794" y="657732"/>
                  <a:pt x="591095" y="616382"/>
                  <a:pt x="611502" y="589754"/>
                </a:cubicBezTo>
                <a:cubicBezTo>
                  <a:pt x="622014" y="576002"/>
                  <a:pt x="627757" y="563652"/>
                  <a:pt x="627757" y="555768"/>
                </a:cubicBezTo>
                <a:cubicBezTo>
                  <a:pt x="661768" y="550250"/>
                  <a:pt x="703821" y="514184"/>
                  <a:pt x="726878" y="483615"/>
                </a:cubicBezTo>
                <a:cubicBezTo>
                  <a:pt x="737529" y="469475"/>
                  <a:pt x="744144" y="456554"/>
                  <a:pt x="743928" y="448316"/>
                </a:cubicBezTo>
                <a:lnTo>
                  <a:pt x="743928" y="448228"/>
                </a:lnTo>
                <a:cubicBezTo>
                  <a:pt x="743929" y="448257"/>
                  <a:pt x="743927" y="448286"/>
                  <a:pt x="743928" y="448316"/>
                </a:cubicBezTo>
                <a:cubicBezTo>
                  <a:pt x="774759" y="438418"/>
                  <a:pt x="813189" y="404087"/>
                  <a:pt x="835009" y="376146"/>
                </a:cubicBezTo>
                <a:cubicBezTo>
                  <a:pt x="845610" y="362570"/>
                  <a:pt x="852322" y="350415"/>
                  <a:pt x="852057" y="343495"/>
                </a:cubicBezTo>
                <a:cubicBezTo>
                  <a:pt x="877764" y="343671"/>
                  <a:pt x="931123" y="304342"/>
                  <a:pt x="959304" y="272459"/>
                </a:cubicBezTo>
                <a:cubicBezTo>
                  <a:pt x="971407" y="258795"/>
                  <a:pt x="978744" y="246394"/>
                  <a:pt x="977242" y="239123"/>
                </a:cubicBezTo>
                <a:lnTo>
                  <a:pt x="977922" y="238930"/>
                </a:lnTo>
                <a:cubicBezTo>
                  <a:pt x="1009376" y="229973"/>
                  <a:pt x="1144865" y="191389"/>
                  <a:pt x="1138113" y="96876"/>
                </a:cubicBezTo>
                <a:cubicBezTo>
                  <a:pt x="1136788" y="77605"/>
                  <a:pt x="1119739" y="33810"/>
                  <a:pt x="1030071" y="16380"/>
                </a:cubicBezTo>
                <a:cubicBezTo>
                  <a:pt x="945793" y="0"/>
                  <a:pt x="836331" y="32170"/>
                  <a:pt x="836772" y="67119"/>
                </a:cubicBezTo>
                <a:cubicBezTo>
                  <a:pt x="829440" y="64316"/>
                  <a:pt x="816720" y="66445"/>
                  <a:pt x="801790" y="71788"/>
                </a:cubicBezTo>
                <a:cubicBezTo>
                  <a:pt x="758944" y="87204"/>
                  <a:pt x="698344" y="128789"/>
                  <a:pt x="698344" y="153227"/>
                </a:cubicBezTo>
                <a:cubicBezTo>
                  <a:pt x="689245" y="153227"/>
                  <a:pt x="677498" y="158298"/>
                  <a:pt x="665129" y="166357"/>
                </a:cubicBezTo>
                <a:cubicBezTo>
                  <a:pt x="625994" y="191845"/>
                  <a:pt x="579703" y="247901"/>
                  <a:pt x="582618" y="274529"/>
                </a:cubicBezTo>
                <a:cubicBezTo>
                  <a:pt x="573431" y="276368"/>
                  <a:pt x="562473" y="282506"/>
                  <a:pt x="551078" y="291090"/>
                </a:cubicBezTo>
                <a:cubicBezTo>
                  <a:pt x="513532" y="319645"/>
                  <a:pt x="472010" y="376031"/>
                  <a:pt x="478105" y="398280"/>
                </a:cubicBezTo>
                <a:cubicBezTo>
                  <a:pt x="467063" y="400119"/>
                  <a:pt x="456108" y="405024"/>
                  <a:pt x="445595" y="411594"/>
                </a:cubicBezTo>
                <a:cubicBezTo>
                  <a:pt x="408933" y="434543"/>
                  <a:pt x="378369" y="479490"/>
                  <a:pt x="375189" y="497271"/>
                </a:cubicBezTo>
                <a:cubicBezTo>
                  <a:pt x="365118" y="497973"/>
                  <a:pt x="352572" y="501470"/>
                  <a:pt x="339586" y="506550"/>
                </a:cubicBezTo>
                <a:cubicBezTo>
                  <a:pt x="304072" y="520390"/>
                  <a:pt x="264579" y="546207"/>
                  <a:pt x="257953" y="563462"/>
                </a:cubicBezTo>
                <a:cubicBezTo>
                  <a:pt x="246203" y="563988"/>
                  <a:pt x="233752" y="565881"/>
                  <a:pt x="221560" y="568859"/>
                </a:cubicBezTo>
                <a:cubicBezTo>
                  <a:pt x="185252" y="577531"/>
                  <a:pt x="150359" y="595409"/>
                  <a:pt x="138874" y="614066"/>
                </a:cubicBezTo>
                <a:cubicBezTo>
                  <a:pt x="125181" y="617307"/>
                  <a:pt x="111840" y="622293"/>
                  <a:pt x="99119" y="628599"/>
                </a:cubicBezTo>
                <a:close/>
                <a:moveTo>
                  <a:pt x="155658" y="807022"/>
                </a:moveTo>
                <a:cubicBezTo>
                  <a:pt x="143201" y="795810"/>
                  <a:pt x="130569" y="778908"/>
                  <a:pt x="119967" y="753682"/>
                </a:cubicBezTo>
                <a:cubicBezTo>
                  <a:pt x="130569" y="778995"/>
                  <a:pt x="143113" y="795810"/>
                  <a:pt x="155658" y="807022"/>
                </a:cubicBezTo>
                <a:close/>
                <a:moveTo>
                  <a:pt x="119967" y="753682"/>
                </a:moveTo>
                <a:cubicBezTo>
                  <a:pt x="106451" y="721536"/>
                  <a:pt x="94967" y="667840"/>
                  <a:pt x="99119" y="628599"/>
                </a:cubicBezTo>
                <a:moveTo>
                  <a:pt x="200359" y="792567"/>
                </a:moveTo>
                <a:cubicBezTo>
                  <a:pt x="142582" y="779078"/>
                  <a:pt x="122707" y="640430"/>
                  <a:pt x="138874" y="614066"/>
                </a:cubicBezTo>
                <a:moveTo>
                  <a:pt x="305489" y="779414"/>
                </a:moveTo>
                <a:cubicBezTo>
                  <a:pt x="295153" y="772581"/>
                  <a:pt x="284460" y="762526"/>
                  <a:pt x="274212" y="748074"/>
                </a:cubicBezTo>
                <a:cubicBezTo>
                  <a:pt x="240378" y="700336"/>
                  <a:pt x="218469" y="613618"/>
                  <a:pt x="221560" y="568859"/>
                </a:cubicBezTo>
                <a:moveTo>
                  <a:pt x="349748" y="758219"/>
                </a:moveTo>
                <a:cubicBezTo>
                  <a:pt x="283845" y="759533"/>
                  <a:pt x="248059" y="589127"/>
                  <a:pt x="257953" y="563462"/>
                </a:cubicBezTo>
                <a:moveTo>
                  <a:pt x="475628" y="709389"/>
                </a:moveTo>
                <a:cubicBezTo>
                  <a:pt x="461846" y="705973"/>
                  <a:pt x="446563" y="698618"/>
                  <a:pt x="430220" y="684429"/>
                </a:cubicBezTo>
                <a:lnTo>
                  <a:pt x="430220" y="684516"/>
                </a:lnTo>
                <a:cubicBezTo>
                  <a:pt x="384724" y="645100"/>
                  <a:pt x="341441" y="557703"/>
                  <a:pt x="339586" y="506550"/>
                </a:cubicBezTo>
                <a:moveTo>
                  <a:pt x="506640" y="675075"/>
                </a:moveTo>
                <a:cubicBezTo>
                  <a:pt x="441356" y="695922"/>
                  <a:pt x="368033" y="536863"/>
                  <a:pt x="375189" y="497271"/>
                </a:cubicBezTo>
                <a:moveTo>
                  <a:pt x="611502" y="589754"/>
                </a:moveTo>
                <a:cubicBezTo>
                  <a:pt x="534467" y="575126"/>
                  <a:pt x="458670" y="441812"/>
                  <a:pt x="445595" y="411594"/>
                </a:cubicBezTo>
                <a:moveTo>
                  <a:pt x="627757" y="555768"/>
                </a:moveTo>
                <a:cubicBezTo>
                  <a:pt x="574045" y="564528"/>
                  <a:pt x="482964" y="416236"/>
                  <a:pt x="478105" y="398280"/>
                </a:cubicBezTo>
                <a:moveTo>
                  <a:pt x="743928" y="448228"/>
                </a:moveTo>
                <a:cubicBezTo>
                  <a:pt x="744193" y="456462"/>
                  <a:pt x="737567" y="469425"/>
                  <a:pt x="726878" y="483615"/>
                </a:cubicBezTo>
                <a:cubicBezTo>
                  <a:pt x="714863" y="481776"/>
                  <a:pt x="702319" y="476786"/>
                  <a:pt x="689244" y="468377"/>
                </a:cubicBezTo>
                <a:cubicBezTo>
                  <a:pt x="653377" y="445340"/>
                  <a:pt x="625285" y="408201"/>
                  <a:pt x="600549" y="373691"/>
                </a:cubicBezTo>
                <a:cubicBezTo>
                  <a:pt x="587828" y="355910"/>
                  <a:pt x="560884" y="316754"/>
                  <a:pt x="551078" y="291090"/>
                </a:cubicBezTo>
                <a:moveTo>
                  <a:pt x="743842" y="448400"/>
                </a:moveTo>
                <a:cubicBezTo>
                  <a:pt x="691456" y="465130"/>
                  <a:pt x="584738" y="294237"/>
                  <a:pt x="582618" y="274529"/>
                </a:cubicBezTo>
                <a:moveTo>
                  <a:pt x="835009" y="376146"/>
                </a:moveTo>
                <a:cubicBezTo>
                  <a:pt x="815220" y="370277"/>
                  <a:pt x="789778" y="357930"/>
                  <a:pt x="733592" y="282601"/>
                </a:cubicBezTo>
                <a:lnTo>
                  <a:pt x="733680" y="282514"/>
                </a:lnTo>
                <a:cubicBezTo>
                  <a:pt x="719015" y="262982"/>
                  <a:pt x="675289" y="202443"/>
                  <a:pt x="665129" y="166357"/>
                </a:cubicBezTo>
                <a:cubicBezTo>
                  <a:pt x="675289" y="202443"/>
                  <a:pt x="719019" y="262970"/>
                  <a:pt x="733595" y="282589"/>
                </a:cubicBezTo>
                <a:moveTo>
                  <a:pt x="852057" y="343495"/>
                </a:moveTo>
                <a:cubicBezTo>
                  <a:pt x="805148" y="343146"/>
                  <a:pt x="698344" y="177665"/>
                  <a:pt x="698344" y="153227"/>
                </a:cubicBezTo>
                <a:moveTo>
                  <a:pt x="959304" y="272459"/>
                </a:moveTo>
                <a:cubicBezTo>
                  <a:pt x="945611" y="268693"/>
                  <a:pt x="933243" y="260637"/>
                  <a:pt x="923702" y="253630"/>
                </a:cubicBezTo>
                <a:cubicBezTo>
                  <a:pt x="879355" y="220958"/>
                  <a:pt x="806031" y="136781"/>
                  <a:pt x="801790" y="71788"/>
                </a:cubicBezTo>
                <a:moveTo>
                  <a:pt x="977922" y="238930"/>
                </a:moveTo>
                <a:cubicBezTo>
                  <a:pt x="977690" y="238996"/>
                  <a:pt x="977463" y="239061"/>
                  <a:pt x="977242" y="239123"/>
                </a:cubicBezTo>
                <a:cubicBezTo>
                  <a:pt x="947206" y="247707"/>
                  <a:pt x="837480" y="126944"/>
                  <a:pt x="836772" y="67119"/>
                </a:cubicBezTo>
              </a:path>
            </a:pathLst>
          </a:custGeom>
          <a:noFill/>
          <a:ln w="12858">
            <a:solidFill>
              <a:srgbClr val="92BD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717183" y="2607798"/>
            <a:ext cx="35335" cy="35035"/>
          </a:xfrm>
          <a:custGeom>
            <a:avLst/>
            <a:gdLst/>
            <a:ahLst/>
            <a:cxnLst/>
            <a:rect l="0" t="0" r="0" b="0"/>
            <a:pathLst>
              <a:path w="35335" h="35035">
                <a:moveTo>
                  <a:pt x="17667" y="35035"/>
                </a:moveTo>
                <a:cubicBezTo>
                  <a:pt x="27423" y="35035"/>
                  <a:pt x="35335" y="27191"/>
                  <a:pt x="35335" y="17513"/>
                </a:cubicBezTo>
                <a:cubicBezTo>
                  <a:pt x="35335" y="7843"/>
                  <a:pt x="27423" y="0"/>
                  <a:pt x="17667" y="0"/>
                </a:cubicBezTo>
                <a:cubicBezTo>
                  <a:pt x="7912" y="0"/>
                  <a:pt x="0" y="7843"/>
                  <a:pt x="0" y="17513"/>
                </a:cubicBezTo>
                <a:cubicBezTo>
                  <a:pt x="0" y="27191"/>
                  <a:pt x="7912" y="35035"/>
                  <a:pt x="17667" y="35035"/>
                </a:cubicBez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549852" y="2347021"/>
            <a:ext cx="202665" cy="295811"/>
          </a:xfrm>
          <a:custGeom>
            <a:avLst/>
            <a:gdLst/>
            <a:ahLst/>
            <a:cxnLst/>
            <a:rect l="0" t="0" r="0" b="0"/>
            <a:pathLst>
              <a:path w="202665" h="295811">
                <a:moveTo>
                  <a:pt x="184997" y="295811"/>
                </a:moveTo>
                <a:cubicBezTo>
                  <a:pt x="194754" y="295811"/>
                  <a:pt x="202665" y="287967"/>
                  <a:pt x="202665" y="278292"/>
                </a:cubicBezTo>
                <a:cubicBezTo>
                  <a:pt x="202665" y="268617"/>
                  <a:pt x="194754" y="260774"/>
                  <a:pt x="184997" y="260774"/>
                </a:cubicBezTo>
                <a:cubicBezTo>
                  <a:pt x="175239" y="260774"/>
                  <a:pt x="167328" y="268617"/>
                  <a:pt x="167328" y="278292"/>
                </a:cubicBezTo>
                <a:cubicBezTo>
                  <a:pt x="167328" y="287967"/>
                  <a:pt x="175239" y="295811"/>
                  <a:pt x="184997" y="295811"/>
                </a:cubicBezTo>
                <a:close/>
                <a:moveTo>
                  <a:pt x="191086" y="14015"/>
                </a:moveTo>
                <a:cubicBezTo>
                  <a:pt x="126419" y="0"/>
                  <a:pt x="73768" y="54306"/>
                  <a:pt x="73768" y="220992"/>
                </a:cubicBezTo>
                <a:moveTo>
                  <a:pt x="94967" y="4202"/>
                </a:moveTo>
                <a:cubicBezTo>
                  <a:pt x="30831" y="12785"/>
                  <a:pt x="0" y="78654"/>
                  <a:pt x="52299" y="227734"/>
                </a:cubicBezTo>
              </a:path>
            </a:pathLst>
          </a:custGeom>
          <a:noFill/>
          <a:ln w="12858">
            <a:solidFill>
              <a:srgbClr val="A3A3A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86643" y="2882718"/>
            <a:ext cx="530294" cy="1239343"/>
          </a:xfrm>
          <a:custGeom>
            <a:avLst/>
            <a:gdLst/>
            <a:ahLst/>
            <a:cxnLst/>
            <a:rect l="0" t="0" r="0" b="0"/>
            <a:pathLst>
              <a:path w="530294" h="1239343">
                <a:moveTo>
                  <a:pt x="101069" y="1233677"/>
                </a:moveTo>
                <a:cubicBezTo>
                  <a:pt x="213883" y="1230762"/>
                  <a:pt x="320097" y="1205730"/>
                  <a:pt x="399821" y="1146666"/>
                </a:cubicBezTo>
                <a:cubicBezTo>
                  <a:pt x="478088" y="1088630"/>
                  <a:pt x="513749" y="1002905"/>
                  <a:pt x="513749" y="877489"/>
                </a:cubicBezTo>
                <a:cubicBezTo>
                  <a:pt x="513749" y="848000"/>
                  <a:pt x="506720" y="796368"/>
                  <a:pt x="506720" y="796368"/>
                </a:cubicBezTo>
                <a:cubicBezTo>
                  <a:pt x="530294" y="738246"/>
                  <a:pt x="520265" y="699516"/>
                  <a:pt x="522922" y="640965"/>
                </a:cubicBezTo>
                <a:cubicBezTo>
                  <a:pt x="524465" y="607790"/>
                  <a:pt x="525665" y="573414"/>
                  <a:pt x="526265" y="539638"/>
                </a:cubicBezTo>
                <a:cubicBezTo>
                  <a:pt x="526951" y="501662"/>
                  <a:pt x="526951" y="464543"/>
                  <a:pt x="526008" y="430768"/>
                </a:cubicBezTo>
                <a:cubicBezTo>
                  <a:pt x="525065" y="395192"/>
                  <a:pt x="523008" y="363156"/>
                  <a:pt x="519750" y="337953"/>
                </a:cubicBezTo>
                <a:cubicBezTo>
                  <a:pt x="515721" y="307435"/>
                  <a:pt x="509720" y="286715"/>
                  <a:pt x="501491" y="281057"/>
                </a:cubicBezTo>
                <a:cubicBezTo>
                  <a:pt x="501919" y="252683"/>
                  <a:pt x="497890" y="229734"/>
                  <a:pt x="490346" y="209246"/>
                </a:cubicBezTo>
                <a:cubicBezTo>
                  <a:pt x="483060" y="189272"/>
                  <a:pt x="472601" y="171612"/>
                  <a:pt x="460086" y="153439"/>
                </a:cubicBezTo>
                <a:cubicBezTo>
                  <a:pt x="451084" y="140323"/>
                  <a:pt x="441055" y="131133"/>
                  <a:pt x="430853" y="124018"/>
                </a:cubicBezTo>
                <a:cubicBezTo>
                  <a:pt x="392791" y="88956"/>
                  <a:pt x="359530" y="74983"/>
                  <a:pt x="330212" y="65296"/>
                </a:cubicBezTo>
                <a:cubicBezTo>
                  <a:pt x="309038" y="42236"/>
                  <a:pt x="254088" y="0"/>
                  <a:pt x="206940" y="0"/>
                </a:cubicBezTo>
                <a:cubicBezTo>
                  <a:pt x="159962" y="0"/>
                  <a:pt x="103298" y="74297"/>
                  <a:pt x="74837" y="118531"/>
                </a:cubicBezTo>
                <a:cubicBezTo>
                  <a:pt x="57007" y="146306"/>
                  <a:pt x="43033" y="176224"/>
                  <a:pt x="34032" y="200999"/>
                </a:cubicBezTo>
                <a:cubicBezTo>
                  <a:pt x="5314" y="284667"/>
                  <a:pt x="27089" y="348669"/>
                  <a:pt x="27089" y="348669"/>
                </a:cubicBezTo>
                <a:cubicBezTo>
                  <a:pt x="10458" y="411077"/>
                  <a:pt x="0" y="649992"/>
                  <a:pt x="40633" y="956545"/>
                </a:cubicBezTo>
                <a:cubicBezTo>
                  <a:pt x="44834" y="988092"/>
                  <a:pt x="48777" y="1015952"/>
                  <a:pt x="52463" y="1040812"/>
                </a:cubicBezTo>
                <a:cubicBezTo>
                  <a:pt x="56921" y="1070302"/>
                  <a:pt x="61036" y="1095419"/>
                  <a:pt x="64893" y="1116679"/>
                </a:cubicBezTo>
                <a:cubicBezTo>
                  <a:pt x="75352" y="1174543"/>
                  <a:pt x="83496" y="1204281"/>
                  <a:pt x="89411" y="1219369"/>
                </a:cubicBezTo>
                <a:cubicBezTo>
                  <a:pt x="97212" y="1239343"/>
                  <a:pt x="101069" y="1233677"/>
                  <a:pt x="101069" y="1233677"/>
                </a:cubicBezTo>
              </a:path>
            </a:pathLst>
          </a:custGeom>
          <a:solidFill>
            <a:srgbClr val="F4FFD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86641" y="2882717"/>
            <a:ext cx="530292" cy="1239438"/>
          </a:xfrm>
          <a:custGeom>
            <a:avLst/>
            <a:gdLst/>
            <a:ahLst/>
            <a:cxnLst/>
            <a:rect l="0" t="0" r="0" b="0"/>
            <a:pathLst>
              <a:path w="530292" h="1239438">
                <a:moveTo>
                  <a:pt x="101070" y="1233673"/>
                </a:moveTo>
                <a:cubicBezTo>
                  <a:pt x="213884" y="1230758"/>
                  <a:pt x="320098" y="1205727"/>
                  <a:pt x="399822" y="1146662"/>
                </a:cubicBezTo>
                <a:cubicBezTo>
                  <a:pt x="478089" y="1088626"/>
                  <a:pt x="513750" y="1002901"/>
                  <a:pt x="513750" y="877486"/>
                </a:cubicBezTo>
                <a:cubicBezTo>
                  <a:pt x="513750" y="847996"/>
                  <a:pt x="506717" y="796366"/>
                  <a:pt x="506717" y="796366"/>
                </a:cubicBezTo>
                <a:cubicBezTo>
                  <a:pt x="530292" y="738244"/>
                  <a:pt x="520265" y="699516"/>
                  <a:pt x="522922" y="640965"/>
                </a:cubicBezTo>
                <a:cubicBezTo>
                  <a:pt x="524465" y="607790"/>
                  <a:pt x="525665" y="573414"/>
                  <a:pt x="526265" y="539638"/>
                </a:cubicBezTo>
                <a:cubicBezTo>
                  <a:pt x="526951" y="501662"/>
                  <a:pt x="526951" y="464543"/>
                  <a:pt x="526008" y="430768"/>
                </a:cubicBezTo>
                <a:cubicBezTo>
                  <a:pt x="525065" y="395192"/>
                  <a:pt x="523006" y="363158"/>
                  <a:pt x="519748" y="337955"/>
                </a:cubicBezTo>
                <a:cubicBezTo>
                  <a:pt x="515719" y="307437"/>
                  <a:pt x="509721" y="286717"/>
                  <a:pt x="501492" y="281059"/>
                </a:cubicBezTo>
                <a:cubicBezTo>
                  <a:pt x="501920" y="252684"/>
                  <a:pt x="497892" y="229732"/>
                  <a:pt x="490348" y="209244"/>
                </a:cubicBezTo>
                <a:cubicBezTo>
                  <a:pt x="483062" y="189270"/>
                  <a:pt x="472603" y="171610"/>
                  <a:pt x="460087" y="153436"/>
                </a:cubicBezTo>
                <a:cubicBezTo>
                  <a:pt x="451086" y="140320"/>
                  <a:pt x="441060" y="131135"/>
                  <a:pt x="430858" y="124020"/>
                </a:cubicBezTo>
                <a:cubicBezTo>
                  <a:pt x="392797" y="88958"/>
                  <a:pt x="359534" y="74985"/>
                  <a:pt x="330216" y="65298"/>
                </a:cubicBezTo>
                <a:cubicBezTo>
                  <a:pt x="309042" y="42238"/>
                  <a:pt x="254091" y="0"/>
                  <a:pt x="206942" y="0"/>
                </a:cubicBezTo>
                <a:cubicBezTo>
                  <a:pt x="159965" y="0"/>
                  <a:pt x="103303" y="74299"/>
                  <a:pt x="74843" y="118533"/>
                </a:cubicBezTo>
                <a:cubicBezTo>
                  <a:pt x="57012" y="146308"/>
                  <a:pt x="43038" y="176226"/>
                  <a:pt x="34037" y="201001"/>
                </a:cubicBezTo>
                <a:cubicBezTo>
                  <a:pt x="5319" y="284668"/>
                  <a:pt x="27089" y="348670"/>
                  <a:pt x="27089" y="348670"/>
                </a:cubicBezTo>
                <a:cubicBezTo>
                  <a:pt x="10458" y="411077"/>
                  <a:pt x="0" y="649993"/>
                  <a:pt x="40633" y="956546"/>
                </a:cubicBezTo>
                <a:cubicBezTo>
                  <a:pt x="44834" y="988092"/>
                  <a:pt x="48779" y="1015948"/>
                  <a:pt x="52465" y="1040808"/>
                </a:cubicBezTo>
                <a:cubicBezTo>
                  <a:pt x="56923" y="1070298"/>
                  <a:pt x="61037" y="1095415"/>
                  <a:pt x="64895" y="1116675"/>
                </a:cubicBezTo>
                <a:cubicBezTo>
                  <a:pt x="75353" y="1174539"/>
                  <a:pt x="83497" y="1204286"/>
                  <a:pt x="89412" y="1219373"/>
                </a:cubicBezTo>
                <a:cubicBezTo>
                  <a:pt x="97213" y="1239347"/>
                  <a:pt x="101070" y="1233673"/>
                  <a:pt x="101070" y="1233673"/>
                </a:cubicBezTo>
                <a:close/>
                <a:moveTo>
                  <a:pt x="101070" y="1233673"/>
                </a:moveTo>
                <a:lnTo>
                  <a:pt x="100984" y="1233673"/>
                </a:lnTo>
                <a:cubicBezTo>
                  <a:pt x="174536" y="1079368"/>
                  <a:pt x="432997" y="1002559"/>
                  <a:pt x="506635" y="796304"/>
                </a:cubicBezTo>
                <a:cubicBezTo>
                  <a:pt x="506635" y="796304"/>
                  <a:pt x="513750" y="847996"/>
                  <a:pt x="513750" y="877486"/>
                </a:cubicBezTo>
                <a:cubicBezTo>
                  <a:pt x="513750" y="1002901"/>
                  <a:pt x="478089" y="1088626"/>
                  <a:pt x="399822" y="1146662"/>
                </a:cubicBezTo>
                <a:cubicBezTo>
                  <a:pt x="320098" y="1205727"/>
                  <a:pt x="213884" y="1230758"/>
                  <a:pt x="101070" y="1233673"/>
                </a:cubicBezTo>
                <a:close/>
                <a:moveTo>
                  <a:pt x="101065" y="1233695"/>
                </a:moveTo>
                <a:cubicBezTo>
                  <a:pt x="174617" y="1079390"/>
                  <a:pt x="432992" y="1002580"/>
                  <a:pt x="506716" y="796326"/>
                </a:cubicBezTo>
                <a:cubicBezTo>
                  <a:pt x="506716" y="796326"/>
                  <a:pt x="512974" y="776695"/>
                  <a:pt x="465053" y="697227"/>
                </a:cubicBezTo>
                <a:cubicBezTo>
                  <a:pt x="455281" y="681025"/>
                  <a:pt x="424505" y="626419"/>
                  <a:pt x="424505" y="626419"/>
                </a:cubicBezTo>
                <a:cubicBezTo>
                  <a:pt x="412590" y="538465"/>
                  <a:pt x="364498" y="492516"/>
                  <a:pt x="364498" y="492516"/>
                </a:cubicBezTo>
                <a:cubicBezTo>
                  <a:pt x="364498" y="492516"/>
                  <a:pt x="380614" y="597015"/>
                  <a:pt x="319921" y="686083"/>
                </a:cubicBezTo>
                <a:cubicBezTo>
                  <a:pt x="154129" y="929114"/>
                  <a:pt x="65832" y="1099621"/>
                  <a:pt x="89406" y="1219464"/>
                </a:cubicBezTo>
                <a:cubicBezTo>
                  <a:pt x="97207" y="1239438"/>
                  <a:pt x="101151" y="1233695"/>
                  <a:pt x="101151" y="1233695"/>
                </a:cubicBezTo>
                <a:close/>
                <a:moveTo>
                  <a:pt x="319927" y="685992"/>
                </a:moveTo>
                <a:cubicBezTo>
                  <a:pt x="154135" y="929023"/>
                  <a:pt x="65838" y="1099530"/>
                  <a:pt x="89412" y="1219373"/>
                </a:cubicBezTo>
                <a:cubicBezTo>
                  <a:pt x="83497" y="1204286"/>
                  <a:pt x="75353" y="1174539"/>
                  <a:pt x="64895" y="1116675"/>
                </a:cubicBezTo>
                <a:cubicBezTo>
                  <a:pt x="61037" y="1095415"/>
                  <a:pt x="56923" y="1070298"/>
                  <a:pt x="52465" y="1040808"/>
                </a:cubicBezTo>
                <a:cubicBezTo>
                  <a:pt x="44921" y="845698"/>
                  <a:pt x="88641" y="471851"/>
                  <a:pt x="188596" y="304859"/>
                </a:cubicBezTo>
                <a:cubicBezTo>
                  <a:pt x="196311" y="308288"/>
                  <a:pt x="204112" y="311717"/>
                  <a:pt x="212085" y="315232"/>
                </a:cubicBezTo>
                <a:cubicBezTo>
                  <a:pt x="315898" y="360837"/>
                  <a:pt x="314783" y="374725"/>
                  <a:pt x="333900" y="428732"/>
                </a:cubicBezTo>
                <a:cubicBezTo>
                  <a:pt x="333900" y="428732"/>
                  <a:pt x="361669" y="453511"/>
                  <a:pt x="364498" y="492516"/>
                </a:cubicBezTo>
                <a:cubicBezTo>
                  <a:pt x="364498" y="492516"/>
                  <a:pt x="380620" y="597010"/>
                  <a:pt x="319927" y="685992"/>
                </a:cubicBezTo>
                <a:close/>
                <a:moveTo>
                  <a:pt x="52465" y="1040808"/>
                </a:moveTo>
                <a:cubicBezTo>
                  <a:pt x="48779" y="1015948"/>
                  <a:pt x="44834" y="988092"/>
                  <a:pt x="40633" y="956546"/>
                </a:cubicBezTo>
                <a:cubicBezTo>
                  <a:pt x="0" y="649993"/>
                  <a:pt x="10458" y="411077"/>
                  <a:pt x="27089" y="348670"/>
                </a:cubicBezTo>
                <a:cubicBezTo>
                  <a:pt x="27089" y="348670"/>
                  <a:pt x="5314" y="284719"/>
                  <a:pt x="34032" y="201051"/>
                </a:cubicBezTo>
                <a:cubicBezTo>
                  <a:pt x="58635" y="241599"/>
                  <a:pt x="115643" y="272031"/>
                  <a:pt x="188595" y="304778"/>
                </a:cubicBezTo>
                <a:cubicBezTo>
                  <a:pt x="88639" y="471856"/>
                  <a:pt x="44921" y="845698"/>
                  <a:pt x="52465" y="1040808"/>
                </a:cubicBezTo>
                <a:close/>
                <a:moveTo>
                  <a:pt x="282121" y="350669"/>
                </a:moveTo>
                <a:lnTo>
                  <a:pt x="282121" y="350496"/>
                </a:lnTo>
                <a:cubicBezTo>
                  <a:pt x="266348" y="340295"/>
                  <a:pt x="244231" y="329237"/>
                  <a:pt x="211998" y="315092"/>
                </a:cubicBezTo>
                <a:cubicBezTo>
                  <a:pt x="204026" y="311663"/>
                  <a:pt x="196139" y="308148"/>
                  <a:pt x="188510" y="304719"/>
                </a:cubicBezTo>
                <a:cubicBezTo>
                  <a:pt x="269863" y="301633"/>
                  <a:pt x="347187" y="281745"/>
                  <a:pt x="402222" y="261685"/>
                </a:cubicBezTo>
                <a:cubicBezTo>
                  <a:pt x="445770" y="245826"/>
                  <a:pt x="473631" y="226881"/>
                  <a:pt x="490262" y="209223"/>
                </a:cubicBezTo>
                <a:cubicBezTo>
                  <a:pt x="497805" y="229711"/>
                  <a:pt x="501920" y="252684"/>
                  <a:pt x="501492" y="281059"/>
                </a:cubicBezTo>
                <a:cubicBezTo>
                  <a:pt x="492662" y="275058"/>
                  <a:pt x="318040" y="328552"/>
                  <a:pt x="282121" y="350669"/>
                </a:cubicBezTo>
                <a:close/>
                <a:moveTo>
                  <a:pt x="48436" y="219960"/>
                </a:moveTo>
                <a:cubicBezTo>
                  <a:pt x="94042" y="225275"/>
                  <a:pt x="151477" y="226302"/>
                  <a:pt x="231630" y="207871"/>
                </a:cubicBezTo>
                <a:cubicBezTo>
                  <a:pt x="312640" y="189183"/>
                  <a:pt x="386107" y="150865"/>
                  <a:pt x="430769" y="124033"/>
                </a:cubicBezTo>
                <a:cubicBezTo>
                  <a:pt x="440971" y="131148"/>
                  <a:pt x="451086" y="140320"/>
                  <a:pt x="460087" y="153436"/>
                </a:cubicBezTo>
                <a:cubicBezTo>
                  <a:pt x="472603" y="171610"/>
                  <a:pt x="483062" y="189270"/>
                  <a:pt x="490348" y="209244"/>
                </a:cubicBezTo>
                <a:cubicBezTo>
                  <a:pt x="473718" y="226903"/>
                  <a:pt x="445771" y="245848"/>
                  <a:pt x="402309" y="261707"/>
                </a:cubicBezTo>
                <a:cubicBezTo>
                  <a:pt x="347273" y="281766"/>
                  <a:pt x="270035" y="301570"/>
                  <a:pt x="188596" y="304742"/>
                </a:cubicBezTo>
                <a:cubicBezTo>
                  <a:pt x="127474" y="277310"/>
                  <a:pt x="77582" y="251506"/>
                  <a:pt x="48522" y="219960"/>
                </a:cubicBezTo>
                <a:moveTo>
                  <a:pt x="330216" y="65298"/>
                </a:moveTo>
                <a:lnTo>
                  <a:pt x="330302" y="65298"/>
                </a:lnTo>
                <a:cubicBezTo>
                  <a:pt x="359620" y="74985"/>
                  <a:pt x="392797" y="88958"/>
                  <a:pt x="430858" y="124020"/>
                </a:cubicBezTo>
                <a:cubicBezTo>
                  <a:pt x="386196" y="150851"/>
                  <a:pt x="312729" y="189171"/>
                  <a:pt x="231718" y="207859"/>
                </a:cubicBezTo>
                <a:cubicBezTo>
                  <a:pt x="151566" y="226289"/>
                  <a:pt x="94130" y="225261"/>
                  <a:pt x="48524" y="219946"/>
                </a:cubicBezTo>
                <a:cubicBezTo>
                  <a:pt x="42866" y="213859"/>
                  <a:pt x="38066" y="207601"/>
                  <a:pt x="34037" y="201001"/>
                </a:cubicBezTo>
                <a:cubicBezTo>
                  <a:pt x="43038" y="176226"/>
                  <a:pt x="57012" y="146308"/>
                  <a:pt x="74843" y="118533"/>
                </a:cubicBezTo>
                <a:cubicBezTo>
                  <a:pt x="107075" y="124620"/>
                  <a:pt x="147708" y="124362"/>
                  <a:pt x="208830" y="110475"/>
                </a:cubicBezTo>
                <a:cubicBezTo>
                  <a:pt x="259408" y="98988"/>
                  <a:pt x="300470" y="81243"/>
                  <a:pt x="330216" y="65298"/>
                </a:cubicBezTo>
                <a:close/>
                <a:moveTo>
                  <a:pt x="206942" y="0"/>
                </a:moveTo>
                <a:cubicBezTo>
                  <a:pt x="254091" y="0"/>
                  <a:pt x="309041" y="42262"/>
                  <a:pt x="330215" y="65322"/>
                </a:cubicBezTo>
                <a:cubicBezTo>
                  <a:pt x="300468" y="81267"/>
                  <a:pt x="259406" y="99012"/>
                  <a:pt x="208828" y="110499"/>
                </a:cubicBezTo>
                <a:cubicBezTo>
                  <a:pt x="147706" y="124386"/>
                  <a:pt x="107073" y="124558"/>
                  <a:pt x="74840" y="118557"/>
                </a:cubicBezTo>
                <a:cubicBezTo>
                  <a:pt x="103301" y="74323"/>
                  <a:pt x="159965" y="0"/>
                  <a:pt x="206942" y="0"/>
                </a:cubicBezTo>
                <a:close/>
                <a:moveTo>
                  <a:pt x="522834" y="640861"/>
                </a:moveTo>
                <a:cubicBezTo>
                  <a:pt x="520176" y="699411"/>
                  <a:pt x="530292" y="738244"/>
                  <a:pt x="506717" y="796366"/>
                </a:cubicBezTo>
                <a:cubicBezTo>
                  <a:pt x="506717" y="796366"/>
                  <a:pt x="512975" y="776735"/>
                  <a:pt x="465055" y="697268"/>
                </a:cubicBezTo>
                <a:cubicBezTo>
                  <a:pt x="462312" y="692639"/>
                  <a:pt x="457854" y="685095"/>
                  <a:pt x="452968" y="676522"/>
                </a:cubicBezTo>
                <a:cubicBezTo>
                  <a:pt x="493344" y="661692"/>
                  <a:pt x="514861" y="648833"/>
                  <a:pt x="522834" y="640861"/>
                </a:cubicBezTo>
                <a:close/>
                <a:moveTo>
                  <a:pt x="424510" y="626392"/>
                </a:moveTo>
                <a:cubicBezTo>
                  <a:pt x="412594" y="538438"/>
                  <a:pt x="364502" y="492490"/>
                  <a:pt x="364502" y="492490"/>
                </a:cubicBezTo>
                <a:cubicBezTo>
                  <a:pt x="364331" y="490518"/>
                  <a:pt x="364159" y="488546"/>
                  <a:pt x="363902" y="486660"/>
                </a:cubicBezTo>
                <a:cubicBezTo>
                  <a:pt x="418080" y="478516"/>
                  <a:pt x="493518" y="451170"/>
                  <a:pt x="526008" y="430768"/>
                </a:cubicBezTo>
                <a:cubicBezTo>
                  <a:pt x="526951" y="464543"/>
                  <a:pt x="526951" y="501662"/>
                  <a:pt x="526265" y="539638"/>
                </a:cubicBezTo>
                <a:cubicBezTo>
                  <a:pt x="525665" y="573414"/>
                  <a:pt x="524465" y="607790"/>
                  <a:pt x="522922" y="640965"/>
                </a:cubicBezTo>
                <a:cubicBezTo>
                  <a:pt x="515035" y="648852"/>
                  <a:pt x="493433" y="661796"/>
                  <a:pt x="453056" y="676627"/>
                </a:cubicBezTo>
                <a:cubicBezTo>
                  <a:pt x="440455" y="654767"/>
                  <a:pt x="424595" y="626478"/>
                  <a:pt x="424595" y="626478"/>
                </a:cubicBezTo>
                <a:close/>
                <a:moveTo>
                  <a:pt x="323438" y="399334"/>
                </a:moveTo>
                <a:cubicBezTo>
                  <a:pt x="315723" y="379960"/>
                  <a:pt x="306550" y="366330"/>
                  <a:pt x="282204" y="350556"/>
                </a:cubicBezTo>
                <a:cubicBezTo>
                  <a:pt x="318123" y="328354"/>
                  <a:pt x="492745" y="274947"/>
                  <a:pt x="501575" y="280948"/>
                </a:cubicBezTo>
                <a:cubicBezTo>
                  <a:pt x="509804" y="286606"/>
                  <a:pt x="515719" y="307437"/>
                  <a:pt x="519748" y="337955"/>
                </a:cubicBezTo>
                <a:cubicBezTo>
                  <a:pt x="523006" y="363158"/>
                  <a:pt x="525063" y="395048"/>
                  <a:pt x="526006" y="430624"/>
                </a:cubicBezTo>
                <a:cubicBezTo>
                  <a:pt x="493517" y="451026"/>
                  <a:pt x="418079" y="478372"/>
                  <a:pt x="363900" y="486516"/>
                </a:cubicBezTo>
                <a:cubicBezTo>
                  <a:pt x="358928" y="450940"/>
                  <a:pt x="333897" y="428652"/>
                  <a:pt x="333897" y="428652"/>
                </a:cubicBezTo>
                <a:cubicBezTo>
                  <a:pt x="329953" y="417422"/>
                  <a:pt x="326781" y="407821"/>
                  <a:pt x="323438" y="399420"/>
                </a:cubicBezTo>
              </a:path>
            </a:pathLst>
          </a:custGeom>
          <a:noFill/>
          <a:ln w="12858">
            <a:solidFill>
              <a:srgbClr val="92BD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928922" y="2880035"/>
            <a:ext cx="493278" cy="801211"/>
          </a:xfrm>
          <a:custGeom>
            <a:avLst/>
            <a:gdLst/>
            <a:ahLst/>
            <a:cxnLst/>
            <a:rect l="0" t="0" r="0" b="0"/>
            <a:pathLst>
              <a:path w="493278" h="801211">
                <a:moveTo>
                  <a:pt x="432782" y="674758"/>
                </a:moveTo>
                <a:cubicBezTo>
                  <a:pt x="447055" y="715649"/>
                  <a:pt x="459357" y="758254"/>
                  <a:pt x="469610" y="800868"/>
                </a:cubicBezTo>
                <a:cubicBezTo>
                  <a:pt x="469695" y="801125"/>
                  <a:pt x="469781" y="801211"/>
                  <a:pt x="469781" y="801211"/>
                </a:cubicBezTo>
                <a:cubicBezTo>
                  <a:pt x="493278" y="742729"/>
                  <a:pt x="484569" y="703656"/>
                  <a:pt x="487218" y="644746"/>
                </a:cubicBezTo>
                <a:cubicBezTo>
                  <a:pt x="488752" y="611364"/>
                  <a:pt x="490029" y="576972"/>
                  <a:pt x="490629" y="542990"/>
                </a:cubicBezTo>
                <a:cubicBezTo>
                  <a:pt x="491307" y="504783"/>
                  <a:pt x="491315" y="467209"/>
                  <a:pt x="490381" y="433228"/>
                </a:cubicBezTo>
                <a:cubicBezTo>
                  <a:pt x="489438" y="397429"/>
                  <a:pt x="487389" y="365342"/>
                  <a:pt x="484140" y="339985"/>
                </a:cubicBezTo>
                <a:cubicBezTo>
                  <a:pt x="480120" y="309278"/>
                  <a:pt x="474230" y="288318"/>
                  <a:pt x="466026" y="282626"/>
                </a:cubicBezTo>
                <a:cubicBezTo>
                  <a:pt x="466455" y="254071"/>
                  <a:pt x="462263" y="231174"/>
                  <a:pt x="454745" y="210566"/>
                </a:cubicBezTo>
                <a:cubicBezTo>
                  <a:pt x="447484" y="190463"/>
                  <a:pt x="437231" y="172710"/>
                  <a:pt x="424758" y="154425"/>
                </a:cubicBezTo>
                <a:cubicBezTo>
                  <a:pt x="415783" y="141223"/>
                  <a:pt x="405702" y="131999"/>
                  <a:pt x="395535" y="124841"/>
                </a:cubicBezTo>
                <a:cubicBezTo>
                  <a:pt x="357601" y="89556"/>
                  <a:pt x="324434" y="75446"/>
                  <a:pt x="295211" y="65699"/>
                </a:cubicBezTo>
                <a:cubicBezTo>
                  <a:pt x="274105" y="42493"/>
                  <a:pt x="219344" y="0"/>
                  <a:pt x="172350" y="0"/>
                </a:cubicBezTo>
                <a:cubicBezTo>
                  <a:pt x="125527" y="0"/>
                  <a:pt x="69042" y="74760"/>
                  <a:pt x="40676" y="119269"/>
                </a:cubicBezTo>
                <a:cubicBezTo>
                  <a:pt x="22897" y="147215"/>
                  <a:pt x="8975" y="177313"/>
                  <a:pt x="0" y="202242"/>
                </a:cubicBezTo>
                <a:cubicBezTo>
                  <a:pt x="4020" y="208886"/>
                  <a:pt x="8898" y="215229"/>
                  <a:pt x="14538" y="221359"/>
                </a:cubicBezTo>
                <a:cubicBezTo>
                  <a:pt x="43505" y="253094"/>
                  <a:pt x="93225" y="279060"/>
                  <a:pt x="154150" y="306664"/>
                </a:cubicBezTo>
                <a:cubicBezTo>
                  <a:pt x="161754" y="310110"/>
                  <a:pt x="169444" y="313633"/>
                  <a:pt x="177390" y="317088"/>
                </a:cubicBezTo>
                <a:cubicBezTo>
                  <a:pt x="209520" y="331318"/>
                  <a:pt x="231560" y="342445"/>
                  <a:pt x="247282" y="352706"/>
                </a:cubicBezTo>
                <a:cubicBezTo>
                  <a:pt x="271551" y="368583"/>
                  <a:pt x="280783" y="382247"/>
                  <a:pt x="288473" y="401741"/>
                </a:cubicBezTo>
                <a:cubicBezTo>
                  <a:pt x="291807" y="410194"/>
                  <a:pt x="294962" y="419941"/>
                  <a:pt x="298897" y="431239"/>
                </a:cubicBezTo>
                <a:cubicBezTo>
                  <a:pt x="298897" y="431239"/>
                  <a:pt x="323843" y="453673"/>
                  <a:pt x="328798" y="489464"/>
                </a:cubicBezTo>
                <a:cubicBezTo>
                  <a:pt x="329055" y="491358"/>
                  <a:pt x="329218" y="493570"/>
                  <a:pt x="329389" y="495550"/>
                </a:cubicBezTo>
                <a:cubicBezTo>
                  <a:pt x="329389" y="495550"/>
                  <a:pt x="365359" y="512798"/>
                  <a:pt x="405950" y="605955"/>
                </a:cubicBezTo>
                <a:cubicBezTo>
                  <a:pt x="415603" y="628124"/>
                  <a:pt x="424501" y="651038"/>
                  <a:pt x="432782" y="674758"/>
                </a:cubicBezTo>
              </a:path>
            </a:pathLst>
          </a:custGeom>
          <a:solidFill>
            <a:srgbClr val="F4FFD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928923" y="2880034"/>
            <a:ext cx="493281" cy="801212"/>
          </a:xfrm>
          <a:custGeom>
            <a:avLst/>
            <a:gdLst/>
            <a:ahLst/>
            <a:cxnLst/>
            <a:rect l="0" t="0" r="0" b="0"/>
            <a:pathLst>
              <a:path w="493281" h="801212">
                <a:moveTo>
                  <a:pt x="432786" y="674676"/>
                </a:moveTo>
                <a:cubicBezTo>
                  <a:pt x="447055" y="715561"/>
                  <a:pt x="459359" y="758257"/>
                  <a:pt x="469612" y="800866"/>
                </a:cubicBezTo>
                <a:cubicBezTo>
                  <a:pt x="469697" y="801125"/>
                  <a:pt x="469783" y="801212"/>
                  <a:pt x="469783" y="801212"/>
                </a:cubicBezTo>
                <a:cubicBezTo>
                  <a:pt x="493281" y="742731"/>
                  <a:pt x="484565" y="703658"/>
                  <a:pt x="487214" y="644745"/>
                </a:cubicBezTo>
                <a:cubicBezTo>
                  <a:pt x="488752" y="611364"/>
                  <a:pt x="490028" y="576975"/>
                  <a:pt x="490627" y="542990"/>
                </a:cubicBezTo>
                <a:cubicBezTo>
                  <a:pt x="491310" y="504779"/>
                  <a:pt x="491317" y="467211"/>
                  <a:pt x="490377" y="433226"/>
                </a:cubicBezTo>
                <a:cubicBezTo>
                  <a:pt x="489438" y="397431"/>
                  <a:pt x="487386" y="365344"/>
                  <a:pt x="484140" y="339985"/>
                </a:cubicBezTo>
                <a:cubicBezTo>
                  <a:pt x="480124" y="309278"/>
                  <a:pt x="474228" y="288318"/>
                  <a:pt x="466025" y="282625"/>
                </a:cubicBezTo>
                <a:cubicBezTo>
                  <a:pt x="466452" y="254075"/>
                  <a:pt x="462264" y="231177"/>
                  <a:pt x="454745" y="210562"/>
                </a:cubicBezTo>
                <a:cubicBezTo>
                  <a:pt x="447482" y="190464"/>
                  <a:pt x="437231" y="172708"/>
                  <a:pt x="424757" y="154422"/>
                </a:cubicBezTo>
                <a:cubicBezTo>
                  <a:pt x="415785" y="141225"/>
                  <a:pt x="405702" y="131995"/>
                  <a:pt x="395535" y="124837"/>
                </a:cubicBezTo>
                <a:cubicBezTo>
                  <a:pt x="357597" y="89558"/>
                  <a:pt x="324435" y="75446"/>
                  <a:pt x="295212" y="65700"/>
                </a:cubicBezTo>
                <a:cubicBezTo>
                  <a:pt x="274108" y="42497"/>
                  <a:pt x="219343" y="0"/>
                  <a:pt x="172348" y="0"/>
                </a:cubicBezTo>
                <a:cubicBezTo>
                  <a:pt x="125524" y="0"/>
                  <a:pt x="69039" y="74757"/>
                  <a:pt x="40672" y="119264"/>
                </a:cubicBezTo>
                <a:cubicBezTo>
                  <a:pt x="22899" y="147211"/>
                  <a:pt x="8971" y="177314"/>
                  <a:pt x="0" y="202241"/>
                </a:cubicBezTo>
                <a:cubicBezTo>
                  <a:pt x="4016" y="208883"/>
                  <a:pt x="8895" y="215232"/>
                  <a:pt x="14534" y="221356"/>
                </a:cubicBezTo>
                <a:cubicBezTo>
                  <a:pt x="43501" y="253097"/>
                  <a:pt x="93230" y="279060"/>
                  <a:pt x="154152" y="306662"/>
                </a:cubicBezTo>
                <a:cubicBezTo>
                  <a:pt x="161757" y="310112"/>
                  <a:pt x="169444" y="313636"/>
                  <a:pt x="177390" y="317086"/>
                </a:cubicBezTo>
                <a:cubicBezTo>
                  <a:pt x="209517" y="331318"/>
                  <a:pt x="231650" y="342400"/>
                  <a:pt x="247371" y="352664"/>
                </a:cubicBezTo>
                <a:cubicBezTo>
                  <a:pt x="271638" y="368535"/>
                  <a:pt x="280781" y="382250"/>
                  <a:pt x="288470" y="401744"/>
                </a:cubicBezTo>
                <a:cubicBezTo>
                  <a:pt x="291803" y="410196"/>
                  <a:pt x="294965" y="419943"/>
                  <a:pt x="298895" y="431243"/>
                </a:cubicBezTo>
                <a:cubicBezTo>
                  <a:pt x="298895" y="431243"/>
                  <a:pt x="323838" y="453889"/>
                  <a:pt x="328793" y="489685"/>
                </a:cubicBezTo>
                <a:cubicBezTo>
                  <a:pt x="329050" y="491583"/>
                  <a:pt x="329220" y="493566"/>
                  <a:pt x="329392" y="495550"/>
                </a:cubicBezTo>
                <a:cubicBezTo>
                  <a:pt x="329392" y="495550"/>
                  <a:pt x="365364" y="512801"/>
                  <a:pt x="405950" y="605956"/>
                </a:cubicBezTo>
                <a:cubicBezTo>
                  <a:pt x="415605" y="628124"/>
                  <a:pt x="424497" y="650956"/>
                  <a:pt x="432786" y="674676"/>
                </a:cubicBezTo>
                <a:close/>
                <a:moveTo>
                  <a:pt x="487214" y="644745"/>
                </a:moveTo>
                <a:cubicBezTo>
                  <a:pt x="480378" y="651646"/>
                  <a:pt x="463289" y="662341"/>
                  <a:pt x="432786" y="674676"/>
                </a:cubicBezTo>
                <a:moveTo>
                  <a:pt x="490377" y="433226"/>
                </a:moveTo>
                <a:cubicBezTo>
                  <a:pt x="457994" y="453755"/>
                  <a:pt x="382795" y="481490"/>
                  <a:pt x="328793" y="489685"/>
                </a:cubicBezTo>
                <a:moveTo>
                  <a:pt x="466025" y="282625"/>
                </a:moveTo>
                <a:cubicBezTo>
                  <a:pt x="457225" y="276587"/>
                  <a:pt x="283173" y="330324"/>
                  <a:pt x="247371" y="352664"/>
                </a:cubicBezTo>
                <a:moveTo>
                  <a:pt x="454745" y="210562"/>
                </a:moveTo>
                <a:cubicBezTo>
                  <a:pt x="438168" y="228330"/>
                  <a:pt x="410399" y="247392"/>
                  <a:pt x="366993" y="263349"/>
                </a:cubicBezTo>
                <a:cubicBezTo>
                  <a:pt x="312137" y="283533"/>
                  <a:pt x="235239" y="303557"/>
                  <a:pt x="154152" y="306662"/>
                </a:cubicBezTo>
                <a:moveTo>
                  <a:pt x="395535" y="124837"/>
                </a:moveTo>
                <a:cubicBezTo>
                  <a:pt x="351018" y="151835"/>
                  <a:pt x="277782" y="190338"/>
                  <a:pt x="197036" y="209142"/>
                </a:cubicBezTo>
                <a:cubicBezTo>
                  <a:pt x="117144" y="227687"/>
                  <a:pt x="59992" y="226704"/>
                  <a:pt x="14534" y="221356"/>
                </a:cubicBezTo>
                <a:moveTo>
                  <a:pt x="295212" y="65700"/>
                </a:moveTo>
                <a:cubicBezTo>
                  <a:pt x="265564" y="81743"/>
                  <a:pt x="224635" y="99598"/>
                  <a:pt x="174223" y="111156"/>
                </a:cubicBezTo>
                <a:cubicBezTo>
                  <a:pt x="113300" y="125130"/>
                  <a:pt x="72799" y="125388"/>
                  <a:pt x="40672" y="119264"/>
                </a:cubicBezTo>
              </a:path>
            </a:pathLst>
          </a:custGeom>
          <a:noFill/>
          <a:ln w="12858">
            <a:solidFill>
              <a:srgbClr val="92BD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063750" y="3375568"/>
            <a:ext cx="376812" cy="775408"/>
          </a:xfrm>
          <a:custGeom>
            <a:avLst/>
            <a:gdLst/>
            <a:ahLst/>
            <a:cxnLst/>
            <a:rect l="0" t="0" r="0" b="0"/>
            <a:pathLst>
              <a:path w="376812" h="775408">
                <a:moveTo>
                  <a:pt x="374849" y="626624"/>
                </a:moveTo>
                <a:cubicBezTo>
                  <a:pt x="376812" y="564601"/>
                  <a:pt x="368951" y="475765"/>
                  <a:pt x="351095" y="381141"/>
                </a:cubicBezTo>
                <a:cubicBezTo>
                  <a:pt x="333924" y="290059"/>
                  <a:pt x="307349" y="193644"/>
                  <a:pt x="271122" y="110490"/>
                </a:cubicBezTo>
                <a:cubicBezTo>
                  <a:pt x="230540" y="17247"/>
                  <a:pt x="194561" y="0"/>
                  <a:pt x="194561" y="0"/>
                </a:cubicBezTo>
                <a:cubicBezTo>
                  <a:pt x="194561" y="0"/>
                  <a:pt x="210617" y="105141"/>
                  <a:pt x="150130" y="194672"/>
                </a:cubicBezTo>
                <a:cubicBezTo>
                  <a:pt x="88862" y="285335"/>
                  <a:pt x="38276" y="365977"/>
                  <a:pt x="0" y="437660"/>
                </a:cubicBezTo>
                <a:cubicBezTo>
                  <a:pt x="27852" y="464398"/>
                  <a:pt x="61953" y="485529"/>
                  <a:pt x="72034" y="496742"/>
                </a:cubicBezTo>
                <a:cubicBezTo>
                  <a:pt x="79304" y="504765"/>
                  <a:pt x="85450" y="512524"/>
                  <a:pt x="90834" y="520290"/>
                </a:cubicBezTo>
                <a:cubicBezTo>
                  <a:pt x="132788" y="580238"/>
                  <a:pt x="127995" y="632487"/>
                  <a:pt x="233094" y="699678"/>
                </a:cubicBezTo>
                <a:cubicBezTo>
                  <a:pt x="351695" y="775408"/>
                  <a:pt x="371429" y="736249"/>
                  <a:pt x="374849" y="626624"/>
                </a:cubicBezTo>
              </a:path>
            </a:pathLst>
          </a:custGeom>
          <a:solidFill>
            <a:srgbClr val="E8F9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063750" y="3375568"/>
            <a:ext cx="376816" cy="775412"/>
          </a:xfrm>
          <a:custGeom>
            <a:avLst/>
            <a:gdLst/>
            <a:ahLst/>
            <a:cxnLst/>
            <a:rect l="0" t="0" r="0" b="0"/>
            <a:pathLst>
              <a:path w="376816" h="775412">
                <a:moveTo>
                  <a:pt x="374851" y="626623"/>
                </a:moveTo>
                <a:cubicBezTo>
                  <a:pt x="376816" y="564605"/>
                  <a:pt x="368955" y="475763"/>
                  <a:pt x="351097" y="381141"/>
                </a:cubicBezTo>
                <a:cubicBezTo>
                  <a:pt x="372458" y="541489"/>
                  <a:pt x="325805" y="633091"/>
                  <a:pt x="298634" y="647928"/>
                </a:cubicBezTo>
                <a:cubicBezTo>
                  <a:pt x="273855" y="661383"/>
                  <a:pt x="158247" y="596951"/>
                  <a:pt x="90831" y="520184"/>
                </a:cubicBezTo>
                <a:cubicBezTo>
                  <a:pt x="132785" y="580131"/>
                  <a:pt x="128000" y="632488"/>
                  <a:pt x="233097" y="699681"/>
                </a:cubicBezTo>
                <a:cubicBezTo>
                  <a:pt x="351695" y="775412"/>
                  <a:pt x="371433" y="736253"/>
                  <a:pt x="374851" y="626623"/>
                </a:cubicBezTo>
                <a:close/>
                <a:moveTo>
                  <a:pt x="194564" y="0"/>
                </a:moveTo>
                <a:cubicBezTo>
                  <a:pt x="338282" y="317073"/>
                  <a:pt x="192171" y="530036"/>
                  <a:pt x="227375" y="627418"/>
                </a:cubicBezTo>
                <a:cubicBezTo>
                  <a:pt x="260527" y="645186"/>
                  <a:pt x="287955" y="653812"/>
                  <a:pt x="298635" y="648033"/>
                </a:cubicBezTo>
                <a:cubicBezTo>
                  <a:pt x="325893" y="633197"/>
                  <a:pt x="372460" y="541595"/>
                  <a:pt x="351099" y="381247"/>
                </a:cubicBezTo>
                <a:cubicBezTo>
                  <a:pt x="333924" y="290161"/>
                  <a:pt x="307351" y="193642"/>
                  <a:pt x="271122" y="110492"/>
                </a:cubicBezTo>
                <a:cubicBezTo>
                  <a:pt x="230535" y="17251"/>
                  <a:pt x="194564" y="86"/>
                  <a:pt x="194564" y="86"/>
                </a:cubicBezTo>
                <a:lnTo>
                  <a:pt x="194564" y="0"/>
                </a:lnTo>
                <a:close/>
                <a:moveTo>
                  <a:pt x="227375" y="627418"/>
                </a:moveTo>
                <a:cubicBezTo>
                  <a:pt x="192171" y="530036"/>
                  <a:pt x="338282" y="317073"/>
                  <a:pt x="194564" y="0"/>
                </a:cubicBezTo>
                <a:cubicBezTo>
                  <a:pt x="254034" y="235648"/>
                  <a:pt x="91860" y="449043"/>
                  <a:pt x="72037" y="496742"/>
                </a:cubicBezTo>
                <a:cubicBezTo>
                  <a:pt x="79299" y="504764"/>
                  <a:pt x="85452" y="512527"/>
                  <a:pt x="90835" y="520289"/>
                </a:cubicBezTo>
                <a:cubicBezTo>
                  <a:pt x="129286" y="564107"/>
                  <a:pt x="183370" y="603870"/>
                  <a:pt x="227375" y="627418"/>
                </a:cubicBezTo>
                <a:close/>
                <a:moveTo>
                  <a:pt x="194564" y="0"/>
                </a:moveTo>
                <a:cubicBezTo>
                  <a:pt x="194564" y="0"/>
                  <a:pt x="210622" y="105145"/>
                  <a:pt x="150127" y="194677"/>
                </a:cubicBezTo>
                <a:cubicBezTo>
                  <a:pt x="88863" y="285331"/>
                  <a:pt x="38279" y="365979"/>
                  <a:pt x="0" y="437657"/>
                </a:cubicBezTo>
                <a:cubicBezTo>
                  <a:pt x="27855" y="464397"/>
                  <a:pt x="61955" y="485529"/>
                  <a:pt x="72037" y="496742"/>
                </a:cubicBezTo>
                <a:cubicBezTo>
                  <a:pt x="91775" y="449043"/>
                  <a:pt x="254034" y="235648"/>
                  <a:pt x="194564" y="0"/>
                </a:cubicBezTo>
                <a:close/>
              </a:path>
            </a:pathLst>
          </a:custGeom>
          <a:noFill/>
          <a:ln w="12858">
            <a:solidFill>
              <a:srgbClr val="1EABD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900383" y="3082295"/>
            <a:ext cx="373992" cy="730951"/>
          </a:xfrm>
          <a:custGeom>
            <a:avLst/>
            <a:gdLst/>
            <a:ahLst/>
            <a:cxnLst/>
            <a:rect l="0" t="0" r="0" b="0"/>
            <a:pathLst>
              <a:path w="373992" h="730951">
                <a:moveTo>
                  <a:pt x="12644" y="527448"/>
                </a:moveTo>
                <a:cubicBezTo>
                  <a:pt x="21791" y="558069"/>
                  <a:pt x="34435" y="586984"/>
                  <a:pt x="55284" y="617520"/>
                </a:cubicBezTo>
                <a:cubicBezTo>
                  <a:pt x="78609" y="651681"/>
                  <a:pt x="112274" y="687823"/>
                  <a:pt x="163374" y="730951"/>
                </a:cubicBezTo>
                <a:cubicBezTo>
                  <a:pt x="201650" y="659268"/>
                  <a:pt x="252237" y="578618"/>
                  <a:pt x="313496" y="487963"/>
                </a:cubicBezTo>
                <a:cubicBezTo>
                  <a:pt x="373992" y="398432"/>
                  <a:pt x="357927" y="293290"/>
                  <a:pt x="357927" y="293290"/>
                </a:cubicBezTo>
                <a:cubicBezTo>
                  <a:pt x="355107" y="254046"/>
                  <a:pt x="327426" y="229117"/>
                  <a:pt x="327426" y="229117"/>
                </a:cubicBezTo>
                <a:cubicBezTo>
                  <a:pt x="308369" y="174776"/>
                  <a:pt x="309484" y="160802"/>
                  <a:pt x="206005" y="114914"/>
                </a:cubicBezTo>
                <a:cubicBezTo>
                  <a:pt x="198059" y="111382"/>
                  <a:pt x="190283" y="107927"/>
                  <a:pt x="182594" y="104481"/>
                </a:cubicBezTo>
                <a:cubicBezTo>
                  <a:pt x="109882" y="71528"/>
                  <a:pt x="53149" y="40796"/>
                  <a:pt x="28623" y="0"/>
                </a:cubicBezTo>
                <a:cubicBezTo>
                  <a:pt x="0" y="84181"/>
                  <a:pt x="21705" y="148527"/>
                  <a:pt x="21705" y="148527"/>
                </a:cubicBezTo>
                <a:cubicBezTo>
                  <a:pt x="9575" y="194330"/>
                  <a:pt x="771" y="334927"/>
                  <a:pt x="12644" y="527448"/>
                </a:cubicBezTo>
              </a:path>
            </a:pathLst>
          </a:custGeom>
          <a:solidFill>
            <a:srgbClr val="F4FFD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900386" y="3082295"/>
            <a:ext cx="373991" cy="730947"/>
          </a:xfrm>
          <a:custGeom>
            <a:avLst/>
            <a:gdLst/>
            <a:ahLst/>
            <a:cxnLst/>
            <a:rect l="0" t="0" r="0" b="0"/>
            <a:pathLst>
              <a:path w="373991" h="730947">
                <a:moveTo>
                  <a:pt x="12646" y="527449"/>
                </a:moveTo>
                <a:cubicBezTo>
                  <a:pt x="21788" y="558069"/>
                  <a:pt x="34434" y="586965"/>
                  <a:pt x="55283" y="617499"/>
                </a:cubicBezTo>
                <a:cubicBezTo>
                  <a:pt x="72543" y="431879"/>
                  <a:pt x="114496" y="219432"/>
                  <a:pt x="182681" y="104368"/>
                </a:cubicBezTo>
                <a:cubicBezTo>
                  <a:pt x="109968" y="71419"/>
                  <a:pt x="53146" y="40798"/>
                  <a:pt x="28624" y="0"/>
                </a:cubicBezTo>
                <a:cubicBezTo>
                  <a:pt x="0" y="84184"/>
                  <a:pt x="21702" y="148531"/>
                  <a:pt x="21702" y="148531"/>
                </a:cubicBezTo>
                <a:cubicBezTo>
                  <a:pt x="9569" y="194332"/>
                  <a:pt x="768" y="334928"/>
                  <a:pt x="12646" y="527449"/>
                </a:cubicBezTo>
                <a:close/>
                <a:moveTo>
                  <a:pt x="163369" y="730947"/>
                </a:moveTo>
                <a:cubicBezTo>
                  <a:pt x="201649" y="659269"/>
                  <a:pt x="252232" y="578621"/>
                  <a:pt x="313496" y="487967"/>
                </a:cubicBezTo>
                <a:cubicBezTo>
                  <a:pt x="373991" y="398434"/>
                  <a:pt x="357928" y="293289"/>
                  <a:pt x="357928" y="293289"/>
                </a:cubicBezTo>
                <a:cubicBezTo>
                  <a:pt x="355108" y="254043"/>
                  <a:pt x="327424" y="229115"/>
                  <a:pt x="327424" y="229115"/>
                </a:cubicBezTo>
                <a:cubicBezTo>
                  <a:pt x="308369" y="174775"/>
                  <a:pt x="309480" y="160802"/>
                  <a:pt x="206006" y="114914"/>
                </a:cubicBezTo>
                <a:cubicBezTo>
                  <a:pt x="198059" y="111378"/>
                  <a:pt x="190284" y="107927"/>
                  <a:pt x="182594" y="104477"/>
                </a:cubicBezTo>
                <a:cubicBezTo>
                  <a:pt x="114409" y="219455"/>
                  <a:pt x="72541" y="431901"/>
                  <a:pt x="55281" y="617521"/>
                </a:cubicBezTo>
                <a:cubicBezTo>
                  <a:pt x="78608" y="651678"/>
                  <a:pt x="112273" y="687819"/>
                  <a:pt x="163369" y="730947"/>
                </a:cubicBezTo>
                <a:close/>
              </a:path>
            </a:pathLst>
          </a:custGeom>
          <a:noFill/>
          <a:ln w="12858">
            <a:solidFill>
              <a:srgbClr val="92BD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076411" y="2919084"/>
            <a:ext cx="464012" cy="829723"/>
          </a:xfrm>
          <a:custGeom>
            <a:avLst/>
            <a:gdLst/>
            <a:ahLst/>
            <a:cxnLst/>
            <a:rect l="0" t="0" r="0" b="0"/>
            <a:pathLst>
              <a:path w="464012" h="829723">
                <a:moveTo>
                  <a:pt x="321443" y="751551"/>
                </a:moveTo>
                <a:cubicBezTo>
                  <a:pt x="306732" y="719627"/>
                  <a:pt x="294713" y="686460"/>
                  <a:pt x="285129" y="652778"/>
                </a:cubicBezTo>
                <a:cubicBezTo>
                  <a:pt x="272691" y="608964"/>
                  <a:pt x="264701" y="564807"/>
                  <a:pt x="260338" y="523162"/>
                </a:cubicBezTo>
                <a:cubicBezTo>
                  <a:pt x="244196" y="654124"/>
                  <a:pt x="218221" y="700124"/>
                  <a:pt x="218221" y="700124"/>
                </a:cubicBezTo>
                <a:cubicBezTo>
                  <a:pt x="218221" y="700124"/>
                  <a:pt x="219061" y="589016"/>
                  <a:pt x="197124" y="490818"/>
                </a:cubicBezTo>
                <a:cubicBezTo>
                  <a:pt x="178376" y="407039"/>
                  <a:pt x="159877" y="339968"/>
                  <a:pt x="179628" y="297911"/>
                </a:cubicBezTo>
                <a:cubicBezTo>
                  <a:pt x="191818" y="272099"/>
                  <a:pt x="234775" y="258358"/>
                  <a:pt x="257637" y="289947"/>
                </a:cubicBezTo>
                <a:cubicBezTo>
                  <a:pt x="265627" y="301006"/>
                  <a:pt x="271096" y="317585"/>
                  <a:pt x="272013" y="341211"/>
                </a:cubicBezTo>
                <a:cubicBezTo>
                  <a:pt x="274199" y="335347"/>
                  <a:pt x="284709" y="311550"/>
                  <a:pt x="323208" y="276197"/>
                </a:cubicBezTo>
                <a:cubicBezTo>
                  <a:pt x="339685" y="261109"/>
                  <a:pt x="361202" y="243870"/>
                  <a:pt x="389448" y="225096"/>
                </a:cubicBezTo>
                <a:cubicBezTo>
                  <a:pt x="413237" y="209263"/>
                  <a:pt x="438286" y="194012"/>
                  <a:pt x="464012" y="179430"/>
                </a:cubicBezTo>
                <a:cubicBezTo>
                  <a:pt x="458628" y="169546"/>
                  <a:pt x="452662" y="159748"/>
                  <a:pt x="445932" y="150027"/>
                </a:cubicBezTo>
                <a:cubicBezTo>
                  <a:pt x="437111" y="137202"/>
                  <a:pt x="427279" y="128236"/>
                  <a:pt x="417283" y="121283"/>
                </a:cubicBezTo>
                <a:cubicBezTo>
                  <a:pt x="379958" y="87019"/>
                  <a:pt x="347331" y="73312"/>
                  <a:pt x="318588" y="63847"/>
                </a:cubicBezTo>
                <a:cubicBezTo>
                  <a:pt x="297825" y="41302"/>
                  <a:pt x="243939" y="0"/>
                  <a:pt x="197707" y="0"/>
                </a:cubicBezTo>
                <a:cubicBezTo>
                  <a:pt x="151638" y="0"/>
                  <a:pt x="96080" y="72686"/>
                  <a:pt x="68177" y="115925"/>
                </a:cubicBezTo>
                <a:cubicBezTo>
                  <a:pt x="50689" y="143066"/>
                  <a:pt x="36981" y="172350"/>
                  <a:pt x="28160" y="196567"/>
                </a:cubicBezTo>
                <a:cubicBezTo>
                  <a:pt x="0" y="278340"/>
                  <a:pt x="21345" y="340842"/>
                  <a:pt x="21345" y="340842"/>
                </a:cubicBezTo>
                <a:cubicBezTo>
                  <a:pt x="6978" y="553414"/>
                  <a:pt x="146349" y="811627"/>
                  <a:pt x="180476" y="829723"/>
                </a:cubicBezTo>
                <a:cubicBezTo>
                  <a:pt x="224102" y="823937"/>
                  <a:pt x="277148" y="788164"/>
                  <a:pt x="321357" y="751551"/>
                </a:cubicBezTo>
              </a:path>
            </a:pathLst>
          </a:custGeom>
          <a:solidFill>
            <a:srgbClr val="F4FFD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076409" y="2919083"/>
            <a:ext cx="464012" cy="829823"/>
          </a:xfrm>
          <a:custGeom>
            <a:avLst/>
            <a:gdLst/>
            <a:ahLst/>
            <a:cxnLst/>
            <a:rect l="0" t="0" r="0" b="0"/>
            <a:pathLst>
              <a:path w="464012" h="829823">
                <a:moveTo>
                  <a:pt x="321447" y="751550"/>
                </a:moveTo>
                <a:cubicBezTo>
                  <a:pt x="306736" y="719627"/>
                  <a:pt x="294717" y="686464"/>
                  <a:pt x="285134" y="652782"/>
                </a:cubicBezTo>
                <a:cubicBezTo>
                  <a:pt x="272692" y="608962"/>
                  <a:pt x="264707" y="564806"/>
                  <a:pt x="260336" y="523164"/>
                </a:cubicBezTo>
                <a:cubicBezTo>
                  <a:pt x="244196" y="654122"/>
                  <a:pt x="218221" y="700121"/>
                  <a:pt x="218221" y="700121"/>
                </a:cubicBezTo>
                <a:cubicBezTo>
                  <a:pt x="218221" y="700121"/>
                  <a:pt x="219062" y="589020"/>
                  <a:pt x="197122" y="490822"/>
                </a:cubicBezTo>
                <a:cubicBezTo>
                  <a:pt x="178377" y="407036"/>
                  <a:pt x="159879" y="339969"/>
                  <a:pt x="179634" y="297908"/>
                </a:cubicBezTo>
                <a:cubicBezTo>
                  <a:pt x="191822" y="272103"/>
                  <a:pt x="234777" y="258362"/>
                  <a:pt x="257642" y="289949"/>
                </a:cubicBezTo>
                <a:cubicBezTo>
                  <a:pt x="265628" y="301009"/>
                  <a:pt x="271095" y="317585"/>
                  <a:pt x="272019" y="341213"/>
                </a:cubicBezTo>
                <a:cubicBezTo>
                  <a:pt x="274205" y="335348"/>
                  <a:pt x="284713" y="311552"/>
                  <a:pt x="323213" y="276195"/>
                </a:cubicBezTo>
                <a:cubicBezTo>
                  <a:pt x="339689" y="261114"/>
                  <a:pt x="361205" y="243867"/>
                  <a:pt x="389449" y="225099"/>
                </a:cubicBezTo>
                <a:cubicBezTo>
                  <a:pt x="413239" y="209263"/>
                  <a:pt x="438289" y="194014"/>
                  <a:pt x="464012" y="179435"/>
                </a:cubicBezTo>
                <a:cubicBezTo>
                  <a:pt x="458632" y="169548"/>
                  <a:pt x="452664" y="159745"/>
                  <a:pt x="445938" y="150026"/>
                </a:cubicBezTo>
                <a:cubicBezTo>
                  <a:pt x="437112" y="137207"/>
                  <a:pt x="427285" y="128240"/>
                  <a:pt x="417281" y="121285"/>
                </a:cubicBezTo>
                <a:cubicBezTo>
                  <a:pt x="379958" y="87016"/>
                  <a:pt x="347337" y="73312"/>
                  <a:pt x="318589" y="63845"/>
                </a:cubicBezTo>
                <a:cubicBezTo>
                  <a:pt x="297826" y="41306"/>
                  <a:pt x="243943" y="0"/>
                  <a:pt x="197710" y="0"/>
                </a:cubicBezTo>
                <a:cubicBezTo>
                  <a:pt x="151644" y="0"/>
                  <a:pt x="96085" y="72689"/>
                  <a:pt x="68177" y="115923"/>
                </a:cubicBezTo>
                <a:cubicBezTo>
                  <a:pt x="50692" y="143069"/>
                  <a:pt x="36986" y="172350"/>
                  <a:pt x="28159" y="196564"/>
                </a:cubicBezTo>
                <a:cubicBezTo>
                  <a:pt x="0" y="278340"/>
                  <a:pt x="21351" y="340845"/>
                  <a:pt x="21351" y="340845"/>
                </a:cubicBezTo>
                <a:cubicBezTo>
                  <a:pt x="6977" y="553411"/>
                  <a:pt x="146348" y="811625"/>
                  <a:pt x="180476" y="829722"/>
                </a:cubicBezTo>
                <a:cubicBezTo>
                  <a:pt x="224104" y="823941"/>
                  <a:pt x="277147" y="788165"/>
                  <a:pt x="321363" y="751550"/>
                </a:cubicBezTo>
                <a:close/>
                <a:moveTo>
                  <a:pt x="321447" y="751550"/>
                </a:moveTo>
                <a:lnTo>
                  <a:pt x="321363" y="751550"/>
                </a:lnTo>
                <a:cubicBezTo>
                  <a:pt x="277147" y="788165"/>
                  <a:pt x="224104" y="823941"/>
                  <a:pt x="180476" y="829722"/>
                </a:cubicBezTo>
                <a:cubicBezTo>
                  <a:pt x="225028" y="745433"/>
                  <a:pt x="256551" y="732363"/>
                  <a:pt x="285384" y="653436"/>
                </a:cubicBezTo>
                <a:cubicBezTo>
                  <a:pt x="285300" y="653101"/>
                  <a:pt x="285216" y="652849"/>
                  <a:pt x="285216" y="652514"/>
                </a:cubicBezTo>
                <a:cubicBezTo>
                  <a:pt x="294799" y="686196"/>
                  <a:pt x="306736" y="719627"/>
                  <a:pt x="321447" y="751550"/>
                </a:cubicBezTo>
                <a:close/>
                <a:moveTo>
                  <a:pt x="260336" y="523164"/>
                </a:moveTo>
                <a:cubicBezTo>
                  <a:pt x="244196" y="654122"/>
                  <a:pt x="218221" y="700121"/>
                  <a:pt x="218221" y="700121"/>
                </a:cubicBezTo>
                <a:cubicBezTo>
                  <a:pt x="218221" y="700121"/>
                  <a:pt x="219062" y="589020"/>
                  <a:pt x="197122" y="490822"/>
                </a:cubicBezTo>
                <a:cubicBezTo>
                  <a:pt x="178377" y="407036"/>
                  <a:pt x="159883" y="340007"/>
                  <a:pt x="179638" y="297946"/>
                </a:cubicBezTo>
                <a:cubicBezTo>
                  <a:pt x="108101" y="265940"/>
                  <a:pt x="52285" y="236195"/>
                  <a:pt x="28159" y="196564"/>
                </a:cubicBezTo>
                <a:cubicBezTo>
                  <a:pt x="0" y="278340"/>
                  <a:pt x="21351" y="340845"/>
                  <a:pt x="21351" y="340845"/>
                </a:cubicBezTo>
                <a:cubicBezTo>
                  <a:pt x="6977" y="553411"/>
                  <a:pt x="146265" y="811724"/>
                  <a:pt x="180394" y="829823"/>
                </a:cubicBezTo>
                <a:cubicBezTo>
                  <a:pt x="224946" y="745450"/>
                  <a:pt x="256469" y="732462"/>
                  <a:pt x="285302" y="653452"/>
                </a:cubicBezTo>
                <a:cubicBezTo>
                  <a:pt x="285302" y="653284"/>
                  <a:pt x="285302" y="653033"/>
                  <a:pt x="285134" y="652782"/>
                </a:cubicBezTo>
                <a:cubicBezTo>
                  <a:pt x="272692" y="608962"/>
                  <a:pt x="264539" y="564722"/>
                  <a:pt x="260168" y="523080"/>
                </a:cubicBezTo>
                <a:close/>
                <a:moveTo>
                  <a:pt x="257646" y="289936"/>
                </a:moveTo>
                <a:cubicBezTo>
                  <a:pt x="280595" y="286249"/>
                  <a:pt x="302618" y="281473"/>
                  <a:pt x="323213" y="276195"/>
                </a:cubicBezTo>
                <a:cubicBezTo>
                  <a:pt x="284713" y="311552"/>
                  <a:pt x="274205" y="335348"/>
                  <a:pt x="272019" y="341213"/>
                </a:cubicBezTo>
                <a:cubicBezTo>
                  <a:pt x="271095" y="317585"/>
                  <a:pt x="265631" y="300995"/>
                  <a:pt x="257646" y="289936"/>
                </a:cubicBezTo>
                <a:close/>
                <a:moveTo>
                  <a:pt x="445938" y="150026"/>
                </a:moveTo>
                <a:lnTo>
                  <a:pt x="445854" y="150109"/>
                </a:lnTo>
                <a:cubicBezTo>
                  <a:pt x="452579" y="159829"/>
                  <a:pt x="458632" y="169548"/>
                  <a:pt x="464012" y="179435"/>
                </a:cubicBezTo>
                <a:cubicBezTo>
                  <a:pt x="438289" y="194014"/>
                  <a:pt x="413239" y="209263"/>
                  <a:pt x="389449" y="225099"/>
                </a:cubicBezTo>
                <a:cubicBezTo>
                  <a:pt x="361205" y="243867"/>
                  <a:pt x="339686" y="261126"/>
                  <a:pt x="323209" y="276208"/>
                </a:cubicBezTo>
                <a:cubicBezTo>
                  <a:pt x="302615" y="281487"/>
                  <a:pt x="280590" y="286263"/>
                  <a:pt x="257642" y="289949"/>
                </a:cubicBezTo>
                <a:cubicBezTo>
                  <a:pt x="234777" y="258362"/>
                  <a:pt x="191822" y="272103"/>
                  <a:pt x="179634" y="297908"/>
                </a:cubicBezTo>
                <a:cubicBezTo>
                  <a:pt x="119698" y="271097"/>
                  <a:pt x="70859" y="245878"/>
                  <a:pt x="42362" y="215044"/>
                </a:cubicBezTo>
                <a:cubicBezTo>
                  <a:pt x="87082" y="220239"/>
                  <a:pt x="143403" y="221245"/>
                  <a:pt x="221916" y="203230"/>
                </a:cubicBezTo>
                <a:cubicBezTo>
                  <a:pt x="301354" y="184965"/>
                  <a:pt x="373394" y="147513"/>
                  <a:pt x="417190" y="121287"/>
                </a:cubicBezTo>
                <a:cubicBezTo>
                  <a:pt x="427193" y="128242"/>
                  <a:pt x="437112" y="137207"/>
                  <a:pt x="445938" y="150026"/>
                </a:cubicBezTo>
                <a:close/>
                <a:moveTo>
                  <a:pt x="318594" y="63891"/>
                </a:moveTo>
                <a:lnTo>
                  <a:pt x="318678" y="63891"/>
                </a:lnTo>
                <a:cubicBezTo>
                  <a:pt x="347427" y="73360"/>
                  <a:pt x="379958" y="87016"/>
                  <a:pt x="417281" y="121285"/>
                </a:cubicBezTo>
                <a:cubicBezTo>
                  <a:pt x="373486" y="147510"/>
                  <a:pt x="301445" y="184963"/>
                  <a:pt x="222008" y="203229"/>
                </a:cubicBezTo>
                <a:cubicBezTo>
                  <a:pt x="143411" y="221243"/>
                  <a:pt x="87082" y="220239"/>
                  <a:pt x="42362" y="215044"/>
                </a:cubicBezTo>
                <a:cubicBezTo>
                  <a:pt x="36814" y="209096"/>
                  <a:pt x="32115" y="202977"/>
                  <a:pt x="28164" y="196526"/>
                </a:cubicBezTo>
                <a:cubicBezTo>
                  <a:pt x="36990" y="172311"/>
                  <a:pt x="50692" y="143069"/>
                  <a:pt x="68177" y="115923"/>
                </a:cubicBezTo>
                <a:cubicBezTo>
                  <a:pt x="99783" y="121871"/>
                  <a:pt x="139628" y="121620"/>
                  <a:pt x="199564" y="108047"/>
                </a:cubicBezTo>
                <a:cubicBezTo>
                  <a:pt x="249160" y="96820"/>
                  <a:pt x="289425" y="79476"/>
                  <a:pt x="318594" y="63891"/>
                </a:cubicBezTo>
                <a:close/>
                <a:moveTo>
                  <a:pt x="197710" y="0"/>
                </a:moveTo>
                <a:cubicBezTo>
                  <a:pt x="243943" y="0"/>
                  <a:pt x="297826" y="41306"/>
                  <a:pt x="318589" y="63845"/>
                </a:cubicBezTo>
                <a:cubicBezTo>
                  <a:pt x="289420" y="79429"/>
                  <a:pt x="249155" y="96773"/>
                  <a:pt x="199559" y="108000"/>
                </a:cubicBezTo>
                <a:cubicBezTo>
                  <a:pt x="139623" y="121574"/>
                  <a:pt x="99778" y="121741"/>
                  <a:pt x="68171" y="115877"/>
                </a:cubicBezTo>
                <a:cubicBezTo>
                  <a:pt x="96080" y="72642"/>
                  <a:pt x="151644" y="0"/>
                  <a:pt x="197710" y="0"/>
                </a:cubicBezTo>
                <a:close/>
              </a:path>
            </a:pathLst>
          </a:custGeom>
          <a:noFill/>
          <a:ln w="12858">
            <a:solidFill>
              <a:srgbClr val="92BD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236390" y="3168920"/>
            <a:ext cx="112222" cy="450270"/>
          </a:xfrm>
          <a:custGeom>
            <a:avLst/>
            <a:gdLst/>
            <a:ahLst/>
            <a:cxnLst/>
            <a:rect l="0" t="0" r="0" b="0"/>
            <a:pathLst>
              <a:path w="112222" h="450270">
                <a:moveTo>
                  <a:pt x="100452" y="273394"/>
                </a:moveTo>
                <a:cubicBezTo>
                  <a:pt x="92797" y="199747"/>
                  <a:pt x="97169" y="134142"/>
                  <a:pt x="111631" y="92831"/>
                </a:cubicBezTo>
                <a:cubicBezTo>
                  <a:pt x="111631" y="92831"/>
                  <a:pt x="111802" y="93174"/>
                  <a:pt x="112222" y="93757"/>
                </a:cubicBezTo>
                <a:cubicBezTo>
                  <a:pt x="110036" y="0"/>
                  <a:pt x="36227" y="12987"/>
                  <a:pt x="19751" y="48091"/>
                </a:cubicBezTo>
                <a:cubicBezTo>
                  <a:pt x="0" y="90156"/>
                  <a:pt x="18490" y="157185"/>
                  <a:pt x="37238" y="240972"/>
                </a:cubicBezTo>
                <a:cubicBezTo>
                  <a:pt x="59175" y="339170"/>
                  <a:pt x="58335" y="450270"/>
                  <a:pt x="58335" y="450270"/>
                </a:cubicBezTo>
                <a:cubicBezTo>
                  <a:pt x="58335" y="450270"/>
                  <a:pt x="84396" y="404356"/>
                  <a:pt x="100452" y="273394"/>
                </a:cubicBez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145513" y="2986310"/>
            <a:ext cx="203096" cy="632879"/>
          </a:xfrm>
          <a:custGeom>
            <a:avLst/>
            <a:gdLst/>
            <a:ahLst/>
            <a:cxnLst/>
            <a:rect l="0" t="0" r="0" b="0"/>
            <a:pathLst>
              <a:path w="203096" h="632879">
                <a:moveTo>
                  <a:pt x="191328" y="456005"/>
                </a:moveTo>
                <a:cubicBezTo>
                  <a:pt x="183677" y="382357"/>
                  <a:pt x="188049" y="316753"/>
                  <a:pt x="202508" y="275445"/>
                </a:cubicBezTo>
                <a:cubicBezTo>
                  <a:pt x="202508" y="275445"/>
                  <a:pt x="202676" y="275780"/>
                  <a:pt x="203096" y="276368"/>
                </a:cubicBezTo>
                <a:cubicBezTo>
                  <a:pt x="200910" y="182610"/>
                  <a:pt x="127105" y="195597"/>
                  <a:pt x="110629" y="230704"/>
                </a:cubicBezTo>
                <a:cubicBezTo>
                  <a:pt x="90874" y="272765"/>
                  <a:pt x="109368" y="339794"/>
                  <a:pt x="128114" y="423580"/>
                </a:cubicBezTo>
                <a:cubicBezTo>
                  <a:pt x="150054" y="521778"/>
                  <a:pt x="149213" y="632879"/>
                  <a:pt x="149213" y="632879"/>
                </a:cubicBezTo>
                <a:cubicBezTo>
                  <a:pt x="149213" y="632879"/>
                  <a:pt x="175272" y="586964"/>
                  <a:pt x="191328" y="456005"/>
                </a:cubicBezTo>
                <a:close/>
                <a:moveTo>
                  <a:pt x="126253" y="418657"/>
                </a:moveTo>
                <a:cubicBezTo>
                  <a:pt x="126253" y="418657"/>
                  <a:pt x="80944" y="423601"/>
                  <a:pt x="64720" y="425695"/>
                </a:cubicBezTo>
                <a:cubicBezTo>
                  <a:pt x="51523" y="436756"/>
                  <a:pt x="38241" y="447899"/>
                  <a:pt x="19832" y="457199"/>
                </a:cubicBezTo>
                <a:moveTo>
                  <a:pt x="120452" y="390431"/>
                </a:moveTo>
                <a:cubicBezTo>
                  <a:pt x="120452" y="390431"/>
                  <a:pt x="79093" y="371746"/>
                  <a:pt x="63037" y="368227"/>
                </a:cubicBezTo>
                <a:cubicBezTo>
                  <a:pt x="46814" y="374092"/>
                  <a:pt x="31683" y="382805"/>
                  <a:pt x="9995" y="382470"/>
                </a:cubicBezTo>
                <a:moveTo>
                  <a:pt x="110617" y="351371"/>
                </a:moveTo>
                <a:cubicBezTo>
                  <a:pt x="110617" y="351371"/>
                  <a:pt x="80104" y="316851"/>
                  <a:pt x="64300" y="310903"/>
                </a:cubicBezTo>
                <a:cubicBezTo>
                  <a:pt x="47068" y="310903"/>
                  <a:pt x="29835" y="313918"/>
                  <a:pt x="9577" y="306210"/>
                </a:cubicBezTo>
                <a:moveTo>
                  <a:pt x="0" y="27468"/>
                </a:moveTo>
                <a:cubicBezTo>
                  <a:pt x="58338" y="3672"/>
                  <a:pt x="116676" y="46068"/>
                  <a:pt x="144416" y="203084"/>
                </a:cubicBezTo>
                <a:moveTo>
                  <a:pt x="88428" y="2430"/>
                </a:moveTo>
                <a:cubicBezTo>
                  <a:pt x="149961" y="0"/>
                  <a:pt x="189806" y="56975"/>
                  <a:pt x="165680" y="206031"/>
                </a:cubicBezTo>
              </a:path>
            </a:pathLst>
          </a:custGeom>
          <a:noFill/>
          <a:ln w="12858">
            <a:solidFill>
              <a:srgbClr val="A3A3A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12797" y="2887012"/>
            <a:ext cx="946524" cy="1027276"/>
          </a:xfrm>
          <a:custGeom>
            <a:avLst/>
            <a:gdLst/>
            <a:ahLst/>
            <a:cxnLst/>
            <a:rect l="0" t="0" r="0" b="0"/>
            <a:pathLst>
              <a:path w="946524" h="1027276">
                <a:moveTo>
                  <a:pt x="511769" y="697244"/>
                </a:moveTo>
                <a:cubicBezTo>
                  <a:pt x="388368" y="870263"/>
                  <a:pt x="258992" y="1027276"/>
                  <a:pt x="142989" y="880490"/>
                </a:cubicBezTo>
                <a:lnTo>
                  <a:pt x="137357" y="873469"/>
                </a:lnTo>
                <a:cubicBezTo>
                  <a:pt x="24380" y="720304"/>
                  <a:pt x="0" y="475482"/>
                  <a:pt x="35138" y="374772"/>
                </a:cubicBezTo>
                <a:cubicBezTo>
                  <a:pt x="35138" y="374772"/>
                  <a:pt x="48254" y="326955"/>
                  <a:pt x="153079" y="257157"/>
                </a:cubicBezTo>
                <a:cubicBezTo>
                  <a:pt x="246639" y="194904"/>
                  <a:pt x="358519" y="141686"/>
                  <a:pt x="465863" y="101044"/>
                </a:cubicBezTo>
                <a:cubicBezTo>
                  <a:pt x="577246" y="58901"/>
                  <a:pt x="683836" y="30252"/>
                  <a:pt x="759909" y="19356"/>
                </a:cubicBezTo>
                <a:cubicBezTo>
                  <a:pt x="894240" y="0"/>
                  <a:pt x="946524" y="15919"/>
                  <a:pt x="879864" y="177545"/>
                </a:cubicBezTo>
                <a:cubicBezTo>
                  <a:pt x="820774" y="320817"/>
                  <a:pt x="755880" y="326183"/>
                  <a:pt x="691912" y="390528"/>
                </a:cubicBezTo>
                <a:cubicBezTo>
                  <a:pt x="683751" y="398826"/>
                  <a:pt x="675350" y="407930"/>
                  <a:pt x="667197" y="418578"/>
                </a:cubicBezTo>
                <a:cubicBezTo>
                  <a:pt x="648449" y="442958"/>
                  <a:pt x="611124" y="552043"/>
                  <a:pt x="549677" y="578189"/>
                </a:cubicBezTo>
                <a:cubicBezTo>
                  <a:pt x="515138" y="592882"/>
                  <a:pt x="473210" y="583367"/>
                  <a:pt x="413580" y="562938"/>
                </a:cubicBezTo>
                <a:cubicBezTo>
                  <a:pt x="469738" y="601729"/>
                  <a:pt x="538164" y="660211"/>
                  <a:pt x="511769" y="697244"/>
                </a:cubicBezTo>
              </a:path>
            </a:pathLst>
          </a:custGeom>
          <a:solidFill>
            <a:srgbClr val="E8F9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312799" y="2887014"/>
            <a:ext cx="946527" cy="1027279"/>
          </a:xfrm>
          <a:custGeom>
            <a:avLst/>
            <a:gdLst/>
            <a:ahLst/>
            <a:cxnLst/>
            <a:rect l="0" t="0" r="0" b="0"/>
            <a:pathLst>
              <a:path w="946527" h="1027279">
                <a:moveTo>
                  <a:pt x="413583" y="562934"/>
                </a:moveTo>
                <a:cubicBezTo>
                  <a:pt x="377605" y="550534"/>
                  <a:pt x="334566" y="534112"/>
                  <a:pt x="282280" y="516349"/>
                </a:cubicBezTo>
                <a:cubicBezTo>
                  <a:pt x="411482" y="617312"/>
                  <a:pt x="441744" y="657781"/>
                  <a:pt x="383405" y="730759"/>
                </a:cubicBezTo>
                <a:cubicBezTo>
                  <a:pt x="318258" y="812283"/>
                  <a:pt x="235290" y="949442"/>
                  <a:pt x="142991" y="880485"/>
                </a:cubicBezTo>
                <a:cubicBezTo>
                  <a:pt x="258995" y="1027279"/>
                  <a:pt x="388365" y="870263"/>
                  <a:pt x="511767" y="697244"/>
                </a:cubicBezTo>
                <a:cubicBezTo>
                  <a:pt x="538161" y="660211"/>
                  <a:pt x="469652" y="601727"/>
                  <a:pt x="413499" y="562934"/>
                </a:cubicBezTo>
                <a:lnTo>
                  <a:pt x="413583" y="562934"/>
                </a:lnTo>
                <a:close/>
                <a:moveTo>
                  <a:pt x="142987" y="880504"/>
                </a:moveTo>
                <a:cubicBezTo>
                  <a:pt x="235285" y="949376"/>
                  <a:pt x="318338" y="812302"/>
                  <a:pt x="383401" y="730778"/>
                </a:cubicBezTo>
                <a:cubicBezTo>
                  <a:pt x="441656" y="657800"/>
                  <a:pt x="411478" y="617331"/>
                  <a:pt x="282276" y="516368"/>
                </a:cubicBezTo>
                <a:cubicBezTo>
                  <a:pt x="282276" y="516368"/>
                  <a:pt x="251762" y="506062"/>
                  <a:pt x="235201" y="500868"/>
                </a:cubicBezTo>
                <a:cubicBezTo>
                  <a:pt x="83304" y="452774"/>
                  <a:pt x="35137" y="374769"/>
                  <a:pt x="35137" y="374769"/>
                </a:cubicBezTo>
                <a:cubicBezTo>
                  <a:pt x="0" y="475480"/>
                  <a:pt x="24377" y="720305"/>
                  <a:pt x="137355" y="873466"/>
                </a:cubicBezTo>
                <a:cubicBezTo>
                  <a:pt x="139204" y="875980"/>
                  <a:pt x="141053" y="878158"/>
                  <a:pt x="142987" y="880588"/>
                </a:cubicBezTo>
                <a:lnTo>
                  <a:pt x="142987" y="880504"/>
                </a:lnTo>
                <a:close/>
                <a:moveTo>
                  <a:pt x="667194" y="418573"/>
                </a:moveTo>
                <a:cubicBezTo>
                  <a:pt x="604737" y="404581"/>
                  <a:pt x="309431" y="251336"/>
                  <a:pt x="35140" y="374753"/>
                </a:cubicBezTo>
                <a:cubicBezTo>
                  <a:pt x="35140" y="374753"/>
                  <a:pt x="83307" y="452758"/>
                  <a:pt x="235205" y="500851"/>
                </a:cubicBezTo>
                <a:cubicBezTo>
                  <a:pt x="406773" y="555145"/>
                  <a:pt x="488228" y="604328"/>
                  <a:pt x="549677" y="578186"/>
                </a:cubicBezTo>
                <a:cubicBezTo>
                  <a:pt x="611125" y="552045"/>
                  <a:pt x="648448" y="442955"/>
                  <a:pt x="667194" y="418573"/>
                </a:cubicBezTo>
                <a:close/>
                <a:moveTo>
                  <a:pt x="792781" y="200105"/>
                </a:moveTo>
                <a:cubicBezTo>
                  <a:pt x="681736" y="264117"/>
                  <a:pt x="390466" y="130561"/>
                  <a:pt x="35140" y="374799"/>
                </a:cubicBezTo>
                <a:cubicBezTo>
                  <a:pt x="309515" y="251381"/>
                  <a:pt x="604737" y="404628"/>
                  <a:pt x="667194" y="418620"/>
                </a:cubicBezTo>
                <a:cubicBezTo>
                  <a:pt x="675348" y="407978"/>
                  <a:pt x="683585" y="398846"/>
                  <a:pt x="691739" y="390551"/>
                </a:cubicBezTo>
                <a:cubicBezTo>
                  <a:pt x="736796" y="333995"/>
                  <a:pt x="773530" y="259090"/>
                  <a:pt x="792697" y="200105"/>
                </a:cubicBezTo>
                <a:lnTo>
                  <a:pt x="792781" y="200105"/>
                </a:lnTo>
                <a:close/>
                <a:moveTo>
                  <a:pt x="35140" y="374709"/>
                </a:moveTo>
                <a:cubicBezTo>
                  <a:pt x="390466" y="130556"/>
                  <a:pt x="681736" y="264117"/>
                  <a:pt x="792781" y="200105"/>
                </a:cubicBezTo>
                <a:cubicBezTo>
                  <a:pt x="807239" y="155614"/>
                  <a:pt x="811862" y="120082"/>
                  <a:pt x="802447" y="108268"/>
                </a:cubicBezTo>
                <a:cubicBezTo>
                  <a:pt x="778407" y="78021"/>
                  <a:pt x="656686" y="40486"/>
                  <a:pt x="465784" y="101063"/>
                </a:cubicBezTo>
                <a:cubicBezTo>
                  <a:pt x="358438" y="141699"/>
                  <a:pt x="246637" y="194904"/>
                  <a:pt x="153078" y="257157"/>
                </a:cubicBezTo>
                <a:cubicBezTo>
                  <a:pt x="48253" y="326951"/>
                  <a:pt x="35140" y="374709"/>
                  <a:pt x="35140" y="374709"/>
                </a:cubicBezTo>
                <a:close/>
                <a:moveTo>
                  <a:pt x="759911" y="19354"/>
                </a:moveTo>
                <a:cubicBezTo>
                  <a:pt x="683836" y="30247"/>
                  <a:pt x="577247" y="58901"/>
                  <a:pt x="465866" y="101046"/>
                </a:cubicBezTo>
                <a:cubicBezTo>
                  <a:pt x="656685" y="40469"/>
                  <a:pt x="778489" y="78088"/>
                  <a:pt x="802530" y="108251"/>
                </a:cubicBezTo>
                <a:cubicBezTo>
                  <a:pt x="824386" y="135734"/>
                  <a:pt x="770924" y="291325"/>
                  <a:pt x="691907" y="390528"/>
                </a:cubicBezTo>
                <a:cubicBezTo>
                  <a:pt x="755876" y="326181"/>
                  <a:pt x="820772" y="320818"/>
                  <a:pt x="879866" y="177543"/>
                </a:cubicBezTo>
                <a:cubicBezTo>
                  <a:pt x="946527" y="15919"/>
                  <a:pt x="894409" y="0"/>
                  <a:pt x="760079" y="19354"/>
                </a:cubicBezTo>
                <a:lnTo>
                  <a:pt x="759911" y="19354"/>
                </a:lnTo>
                <a:close/>
              </a:path>
            </a:pathLst>
          </a:custGeom>
          <a:noFill/>
          <a:ln w="12858">
            <a:solidFill>
              <a:srgbClr val="1EABD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987495" y="2142740"/>
            <a:ext cx="97760" cy="467827"/>
          </a:xfrm>
          <a:custGeom>
            <a:avLst/>
            <a:gdLst/>
            <a:ahLst/>
            <a:cxnLst/>
            <a:rect l="0" t="0" r="0" b="0"/>
            <a:pathLst>
              <a:path w="97760" h="467827">
                <a:moveTo>
                  <a:pt x="48880" y="171381"/>
                </a:moveTo>
                <a:cubicBezTo>
                  <a:pt x="49197" y="161523"/>
                  <a:pt x="53775" y="121009"/>
                  <a:pt x="97760" y="54169"/>
                </a:cubicBezTo>
                <a:cubicBezTo>
                  <a:pt x="95360" y="28529"/>
                  <a:pt x="76046" y="0"/>
                  <a:pt x="48880" y="0"/>
                </a:cubicBezTo>
                <a:cubicBezTo>
                  <a:pt x="21714" y="0"/>
                  <a:pt x="2486" y="28529"/>
                  <a:pt x="0" y="54169"/>
                </a:cubicBezTo>
                <a:cubicBezTo>
                  <a:pt x="43994" y="120932"/>
                  <a:pt x="48563" y="161445"/>
                  <a:pt x="48880" y="171381"/>
                </a:cubicBezTo>
                <a:moveTo>
                  <a:pt x="48880" y="171381"/>
                </a:moveTo>
                <a:cubicBezTo>
                  <a:pt x="48400" y="204719"/>
                  <a:pt x="37016" y="249999"/>
                  <a:pt x="16587" y="299291"/>
                </a:cubicBezTo>
                <a:cubicBezTo>
                  <a:pt x="31169" y="390734"/>
                  <a:pt x="48880" y="467827"/>
                  <a:pt x="48880" y="467827"/>
                </a:cubicBezTo>
                <a:cubicBezTo>
                  <a:pt x="48880" y="467827"/>
                  <a:pt x="66591" y="390734"/>
                  <a:pt x="81173" y="299291"/>
                </a:cubicBezTo>
                <a:cubicBezTo>
                  <a:pt x="60821" y="249999"/>
                  <a:pt x="49360" y="204719"/>
                  <a:pt x="48880" y="171381"/>
                </a:cubicBez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886855" y="1888555"/>
            <a:ext cx="299051" cy="722012"/>
          </a:xfrm>
          <a:custGeom>
            <a:avLst/>
            <a:gdLst/>
            <a:ahLst/>
            <a:cxnLst/>
            <a:rect l="0" t="0" r="0" b="0"/>
            <a:pathLst>
              <a:path w="299051" h="722012">
                <a:moveTo>
                  <a:pt x="149520" y="425564"/>
                </a:moveTo>
                <a:cubicBezTo>
                  <a:pt x="149840" y="415706"/>
                  <a:pt x="154412" y="375196"/>
                  <a:pt x="198404" y="308357"/>
                </a:cubicBezTo>
                <a:cubicBezTo>
                  <a:pt x="196001" y="282712"/>
                  <a:pt x="176688" y="254181"/>
                  <a:pt x="149523" y="254181"/>
                </a:cubicBezTo>
                <a:cubicBezTo>
                  <a:pt x="122359" y="254181"/>
                  <a:pt x="103127" y="282712"/>
                  <a:pt x="100643" y="308357"/>
                </a:cubicBezTo>
                <a:cubicBezTo>
                  <a:pt x="144636" y="375117"/>
                  <a:pt x="149200" y="415626"/>
                  <a:pt x="149520" y="425564"/>
                </a:cubicBezTo>
                <a:close/>
                <a:moveTo>
                  <a:pt x="149520" y="425564"/>
                </a:moveTo>
                <a:cubicBezTo>
                  <a:pt x="149040" y="458903"/>
                  <a:pt x="137660" y="504184"/>
                  <a:pt x="117227" y="553472"/>
                </a:cubicBezTo>
                <a:cubicBezTo>
                  <a:pt x="131811" y="644915"/>
                  <a:pt x="149520" y="722012"/>
                  <a:pt x="149520" y="722012"/>
                </a:cubicBezTo>
                <a:cubicBezTo>
                  <a:pt x="149520" y="722012"/>
                  <a:pt x="167230" y="644915"/>
                  <a:pt x="181814" y="553472"/>
                </a:cubicBezTo>
                <a:cubicBezTo>
                  <a:pt x="161460" y="504184"/>
                  <a:pt x="150001" y="458903"/>
                  <a:pt x="149520" y="425564"/>
                </a:cubicBezTo>
                <a:close/>
                <a:moveTo>
                  <a:pt x="299051" y="16108"/>
                </a:moveTo>
                <a:cubicBezTo>
                  <a:pt x="225249" y="0"/>
                  <a:pt x="165229" y="62430"/>
                  <a:pt x="165229" y="254212"/>
                </a:cubicBezTo>
                <a:moveTo>
                  <a:pt x="0" y="16108"/>
                </a:moveTo>
                <a:cubicBezTo>
                  <a:pt x="73802" y="0"/>
                  <a:pt x="133821" y="62430"/>
                  <a:pt x="133821" y="254212"/>
                </a:cubicBezTo>
              </a:path>
            </a:pathLst>
          </a:custGeom>
          <a:noFill/>
          <a:ln w="12858">
            <a:solidFill>
              <a:srgbClr val="A3A3A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344420" y="1701145"/>
            <a:ext cx="1383892" cy="1122165"/>
          </a:xfrm>
          <a:custGeom>
            <a:avLst/>
            <a:gdLst/>
            <a:ahLst/>
            <a:cxnLst/>
            <a:rect l="0" t="0" r="0" b="0"/>
            <a:pathLst>
              <a:path w="1383892" h="1122165">
                <a:moveTo>
                  <a:pt x="951418" y="1028957"/>
                </a:moveTo>
                <a:cubicBezTo>
                  <a:pt x="1101909" y="1122165"/>
                  <a:pt x="1165697" y="940557"/>
                  <a:pt x="1219146" y="746690"/>
                </a:cubicBezTo>
                <a:cubicBezTo>
                  <a:pt x="1230599" y="705173"/>
                  <a:pt x="1150866" y="675358"/>
                  <a:pt x="1088527" y="658933"/>
                </a:cubicBezTo>
                <a:cubicBezTo>
                  <a:pt x="1148955" y="657930"/>
                  <a:pt x="1187994" y="653018"/>
                  <a:pt x="1214088" y="628561"/>
                </a:cubicBezTo>
                <a:cubicBezTo>
                  <a:pt x="1260166" y="585441"/>
                  <a:pt x="1257920" y="476288"/>
                  <a:pt x="1266655" y="448556"/>
                </a:cubicBezTo>
                <a:cubicBezTo>
                  <a:pt x="1270504" y="436460"/>
                  <a:pt x="1274833" y="425641"/>
                  <a:pt x="1279479" y="415620"/>
                </a:cubicBezTo>
                <a:cubicBezTo>
                  <a:pt x="1315381" y="337722"/>
                  <a:pt x="1371231" y="311996"/>
                  <a:pt x="1377163" y="165414"/>
                </a:cubicBezTo>
                <a:cubicBezTo>
                  <a:pt x="1383892" y="0"/>
                  <a:pt x="1332603" y="2726"/>
                  <a:pt x="1219703" y="63316"/>
                </a:cubicBezTo>
                <a:cubicBezTo>
                  <a:pt x="1155753" y="97615"/>
                  <a:pt x="1070490" y="157468"/>
                  <a:pt x="985314" y="230960"/>
                </a:cubicBezTo>
                <a:cubicBezTo>
                  <a:pt x="903258" y="301726"/>
                  <a:pt x="821279" y="385231"/>
                  <a:pt x="758451" y="470827"/>
                </a:cubicBezTo>
                <a:cubicBezTo>
                  <a:pt x="699756" y="550868"/>
                  <a:pt x="692649" y="596706"/>
                  <a:pt x="691912" y="609693"/>
                </a:cubicBezTo>
                <a:cubicBezTo>
                  <a:pt x="692049" y="612273"/>
                  <a:pt x="691946" y="613559"/>
                  <a:pt x="691946" y="613559"/>
                </a:cubicBezTo>
                <a:cubicBezTo>
                  <a:pt x="691860" y="613559"/>
                  <a:pt x="691757" y="612273"/>
                  <a:pt x="691912" y="609693"/>
                </a:cubicBezTo>
                <a:cubicBezTo>
                  <a:pt x="691183" y="596714"/>
                  <a:pt x="684145" y="550868"/>
                  <a:pt x="625432" y="470827"/>
                </a:cubicBezTo>
                <a:cubicBezTo>
                  <a:pt x="562613" y="385231"/>
                  <a:pt x="480634" y="301726"/>
                  <a:pt x="398578" y="230960"/>
                </a:cubicBezTo>
                <a:cubicBezTo>
                  <a:pt x="313402" y="157468"/>
                  <a:pt x="228139" y="97615"/>
                  <a:pt x="164189" y="63316"/>
                </a:cubicBezTo>
                <a:cubicBezTo>
                  <a:pt x="51289" y="2726"/>
                  <a:pt x="0" y="0"/>
                  <a:pt x="6729" y="165414"/>
                </a:cubicBezTo>
                <a:cubicBezTo>
                  <a:pt x="12661" y="311996"/>
                  <a:pt x="68357" y="337705"/>
                  <a:pt x="104250" y="415603"/>
                </a:cubicBezTo>
                <a:cubicBezTo>
                  <a:pt x="108905" y="425624"/>
                  <a:pt x="113302" y="436460"/>
                  <a:pt x="117151" y="448556"/>
                </a:cubicBezTo>
                <a:cubicBezTo>
                  <a:pt x="125887" y="476288"/>
                  <a:pt x="123641" y="585441"/>
                  <a:pt x="169718" y="628561"/>
                </a:cubicBezTo>
                <a:cubicBezTo>
                  <a:pt x="195581" y="652804"/>
                  <a:pt x="235743" y="657870"/>
                  <a:pt x="295288" y="658933"/>
                </a:cubicBezTo>
                <a:cubicBezTo>
                  <a:pt x="232949" y="675358"/>
                  <a:pt x="153216" y="705173"/>
                  <a:pt x="164677" y="746690"/>
                </a:cubicBezTo>
                <a:cubicBezTo>
                  <a:pt x="218127" y="940557"/>
                  <a:pt x="281992" y="1122080"/>
                  <a:pt x="432482" y="1028871"/>
                </a:cubicBezTo>
                <a:cubicBezTo>
                  <a:pt x="434960" y="1027431"/>
                  <a:pt x="437283" y="1026076"/>
                  <a:pt x="439769" y="1024388"/>
                </a:cubicBezTo>
                <a:cubicBezTo>
                  <a:pt x="589539" y="924612"/>
                  <a:pt x="690506" y="714560"/>
                  <a:pt x="691946" y="613576"/>
                </a:cubicBezTo>
                <a:cubicBezTo>
                  <a:pt x="693386" y="714560"/>
                  <a:pt x="794353" y="924612"/>
                  <a:pt x="944123" y="1024388"/>
                </a:cubicBezTo>
                <a:cubicBezTo>
                  <a:pt x="945006" y="1024988"/>
                  <a:pt x="951418" y="1028202"/>
                  <a:pt x="951418" y="1028957"/>
                </a:cubicBezTo>
              </a:path>
            </a:pathLst>
          </a:custGeom>
          <a:solidFill>
            <a:srgbClr val="E8F9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344421" y="1701146"/>
            <a:ext cx="1383892" cy="1122075"/>
          </a:xfrm>
          <a:custGeom>
            <a:avLst/>
            <a:gdLst/>
            <a:ahLst/>
            <a:cxnLst/>
            <a:rect l="0" t="0" r="0" b="0"/>
            <a:pathLst>
              <a:path w="1383892" h="1122075">
                <a:moveTo>
                  <a:pt x="1088527" y="658931"/>
                </a:moveTo>
                <a:cubicBezTo>
                  <a:pt x="1052627" y="659572"/>
                  <a:pt x="1009115" y="658770"/>
                  <a:pt x="956949" y="659812"/>
                </a:cubicBezTo>
                <a:cubicBezTo>
                  <a:pt x="1104233" y="707978"/>
                  <a:pt x="1144138" y="734184"/>
                  <a:pt x="1116093" y="817933"/>
                </a:cubicBezTo>
                <a:cubicBezTo>
                  <a:pt x="1084760" y="911541"/>
                  <a:pt x="1055512" y="1060365"/>
                  <a:pt x="951340" y="1028869"/>
                </a:cubicBezTo>
                <a:cubicBezTo>
                  <a:pt x="1101829" y="1122075"/>
                  <a:pt x="1165694" y="940552"/>
                  <a:pt x="1219143" y="746687"/>
                </a:cubicBezTo>
                <a:cubicBezTo>
                  <a:pt x="1230602" y="705173"/>
                  <a:pt x="1150870" y="675279"/>
                  <a:pt x="1088527" y="658850"/>
                </a:cubicBezTo>
                <a:lnTo>
                  <a:pt x="1088527" y="658931"/>
                </a:lnTo>
                <a:close/>
                <a:moveTo>
                  <a:pt x="951416" y="1028957"/>
                </a:moveTo>
                <a:cubicBezTo>
                  <a:pt x="1055589" y="1060453"/>
                  <a:pt x="1084837" y="911627"/>
                  <a:pt x="1116169" y="818021"/>
                </a:cubicBezTo>
                <a:cubicBezTo>
                  <a:pt x="1144216" y="734272"/>
                  <a:pt x="1104309" y="707985"/>
                  <a:pt x="957026" y="659899"/>
                </a:cubicBezTo>
                <a:cubicBezTo>
                  <a:pt x="957026" y="659899"/>
                  <a:pt x="926655" y="660620"/>
                  <a:pt x="910228" y="661262"/>
                </a:cubicBezTo>
                <a:cubicBezTo>
                  <a:pt x="759979" y="667513"/>
                  <a:pt x="691946" y="613577"/>
                  <a:pt x="691946" y="613577"/>
                </a:cubicBezTo>
                <a:cubicBezTo>
                  <a:pt x="693389" y="714557"/>
                  <a:pt x="794356" y="924611"/>
                  <a:pt x="944124" y="1024388"/>
                </a:cubicBezTo>
                <a:cubicBezTo>
                  <a:pt x="946608" y="1026072"/>
                  <a:pt x="948932" y="1027434"/>
                  <a:pt x="951416" y="1028877"/>
                </a:cubicBezTo>
                <a:lnTo>
                  <a:pt x="951416" y="1028957"/>
                </a:lnTo>
                <a:close/>
                <a:moveTo>
                  <a:pt x="1266735" y="448556"/>
                </a:moveTo>
                <a:cubicBezTo>
                  <a:pt x="1206795" y="456250"/>
                  <a:pt x="895239" y="415217"/>
                  <a:pt x="691862" y="613570"/>
                </a:cubicBezTo>
                <a:cubicBezTo>
                  <a:pt x="691862" y="613570"/>
                  <a:pt x="759895" y="667507"/>
                  <a:pt x="910144" y="661255"/>
                </a:cubicBezTo>
                <a:cubicBezTo>
                  <a:pt x="1079945" y="654203"/>
                  <a:pt x="1168091" y="671674"/>
                  <a:pt x="1214088" y="628557"/>
                </a:cubicBezTo>
                <a:cubicBezTo>
                  <a:pt x="1260164" y="585440"/>
                  <a:pt x="1257920" y="476286"/>
                  <a:pt x="1266654" y="448556"/>
                </a:cubicBezTo>
                <a:lnTo>
                  <a:pt x="1266735" y="448556"/>
                </a:lnTo>
                <a:close/>
                <a:moveTo>
                  <a:pt x="1307366" y="213482"/>
                </a:moveTo>
                <a:cubicBezTo>
                  <a:pt x="1229637" y="306287"/>
                  <a:pt x="928017" y="281524"/>
                  <a:pt x="691946" y="613555"/>
                </a:cubicBezTo>
                <a:cubicBezTo>
                  <a:pt x="895323" y="415121"/>
                  <a:pt x="1206880" y="456154"/>
                  <a:pt x="1266819" y="448541"/>
                </a:cubicBezTo>
                <a:cubicBezTo>
                  <a:pt x="1270665" y="436439"/>
                  <a:pt x="1274912" y="425620"/>
                  <a:pt x="1279560" y="415602"/>
                </a:cubicBezTo>
                <a:cubicBezTo>
                  <a:pt x="1301195" y="350766"/>
                  <a:pt x="1309529" y="272227"/>
                  <a:pt x="1307445" y="213482"/>
                </a:cubicBezTo>
                <a:lnTo>
                  <a:pt x="1307366" y="213482"/>
                </a:lnTo>
                <a:close/>
                <a:moveTo>
                  <a:pt x="691946" y="613555"/>
                </a:moveTo>
                <a:cubicBezTo>
                  <a:pt x="928017" y="281524"/>
                  <a:pt x="1229637" y="306287"/>
                  <a:pt x="1307366" y="213482"/>
                </a:cubicBezTo>
                <a:cubicBezTo>
                  <a:pt x="1305843" y="169244"/>
                  <a:pt x="1298309" y="136148"/>
                  <a:pt x="1286209" y="128694"/>
                </a:cubicBezTo>
                <a:cubicBezTo>
                  <a:pt x="1255117" y="109540"/>
                  <a:pt x="1134998" y="115471"/>
                  <a:pt x="985310" y="230956"/>
                </a:cubicBezTo>
                <a:cubicBezTo>
                  <a:pt x="903254" y="301722"/>
                  <a:pt x="821278" y="385231"/>
                  <a:pt x="758454" y="470823"/>
                </a:cubicBezTo>
                <a:cubicBezTo>
                  <a:pt x="688098" y="566755"/>
                  <a:pt x="691864" y="613558"/>
                  <a:pt x="691864" y="613558"/>
                </a:cubicBezTo>
                <a:lnTo>
                  <a:pt x="691946" y="613555"/>
                </a:lnTo>
                <a:close/>
                <a:moveTo>
                  <a:pt x="1219700" y="63313"/>
                </a:moveTo>
                <a:cubicBezTo>
                  <a:pt x="1155753" y="97614"/>
                  <a:pt x="1070492" y="157481"/>
                  <a:pt x="985312" y="230971"/>
                </a:cubicBezTo>
                <a:cubicBezTo>
                  <a:pt x="1134999" y="115486"/>
                  <a:pt x="1255118" y="109555"/>
                  <a:pt x="1286210" y="128709"/>
                </a:cubicBezTo>
                <a:cubicBezTo>
                  <a:pt x="1314496" y="146100"/>
                  <a:pt x="1317462" y="301897"/>
                  <a:pt x="1279479" y="415620"/>
                </a:cubicBezTo>
                <a:cubicBezTo>
                  <a:pt x="1315378" y="337721"/>
                  <a:pt x="1371230" y="311996"/>
                  <a:pt x="1377160" y="165414"/>
                </a:cubicBezTo>
                <a:cubicBezTo>
                  <a:pt x="1383892" y="0"/>
                  <a:pt x="1332607" y="2725"/>
                  <a:pt x="1219700" y="63313"/>
                </a:cubicBezTo>
                <a:close/>
                <a:moveTo>
                  <a:pt x="295290" y="658931"/>
                </a:moveTo>
                <a:cubicBezTo>
                  <a:pt x="296858" y="658959"/>
                  <a:pt x="293692" y="658908"/>
                  <a:pt x="295290" y="658931"/>
                </a:cubicBezTo>
                <a:cubicBezTo>
                  <a:pt x="330259" y="659430"/>
                  <a:pt x="376981" y="658816"/>
                  <a:pt x="426868" y="659812"/>
                </a:cubicBezTo>
                <a:cubicBezTo>
                  <a:pt x="279585" y="707978"/>
                  <a:pt x="239678" y="734184"/>
                  <a:pt x="267725" y="817933"/>
                </a:cubicBezTo>
                <a:cubicBezTo>
                  <a:pt x="299056" y="911541"/>
                  <a:pt x="328305" y="1060365"/>
                  <a:pt x="432478" y="1028869"/>
                </a:cubicBezTo>
                <a:cubicBezTo>
                  <a:pt x="281988" y="1122075"/>
                  <a:pt x="218122" y="940552"/>
                  <a:pt x="164674" y="746687"/>
                </a:cubicBezTo>
                <a:cubicBezTo>
                  <a:pt x="153215" y="705173"/>
                  <a:pt x="232947" y="675360"/>
                  <a:pt x="295290" y="658931"/>
                </a:cubicBezTo>
                <a:close/>
                <a:moveTo>
                  <a:pt x="432478" y="1028957"/>
                </a:moveTo>
                <a:cubicBezTo>
                  <a:pt x="328305" y="1060453"/>
                  <a:pt x="299056" y="911627"/>
                  <a:pt x="267725" y="818021"/>
                </a:cubicBezTo>
                <a:cubicBezTo>
                  <a:pt x="239678" y="734272"/>
                  <a:pt x="279585" y="707985"/>
                  <a:pt x="426868" y="659899"/>
                </a:cubicBezTo>
                <a:cubicBezTo>
                  <a:pt x="426868" y="659899"/>
                  <a:pt x="457239" y="660620"/>
                  <a:pt x="473665" y="661262"/>
                </a:cubicBezTo>
                <a:cubicBezTo>
                  <a:pt x="623915" y="667513"/>
                  <a:pt x="691946" y="613577"/>
                  <a:pt x="691946" y="613577"/>
                </a:cubicBezTo>
                <a:cubicBezTo>
                  <a:pt x="690503" y="714557"/>
                  <a:pt x="589538" y="924611"/>
                  <a:pt x="439770" y="1024388"/>
                </a:cubicBezTo>
                <a:cubicBezTo>
                  <a:pt x="437285" y="1026072"/>
                  <a:pt x="434962" y="1027426"/>
                  <a:pt x="432478" y="1028869"/>
                </a:cubicBezTo>
                <a:lnTo>
                  <a:pt x="432478" y="1028957"/>
                </a:lnTo>
                <a:close/>
                <a:moveTo>
                  <a:pt x="76446" y="213482"/>
                </a:moveTo>
                <a:cubicBezTo>
                  <a:pt x="154175" y="306287"/>
                  <a:pt x="455793" y="281526"/>
                  <a:pt x="691864" y="613558"/>
                </a:cubicBezTo>
                <a:cubicBezTo>
                  <a:pt x="488487" y="415125"/>
                  <a:pt x="176933" y="456154"/>
                  <a:pt x="116994" y="448541"/>
                </a:cubicBezTo>
                <a:cubicBezTo>
                  <a:pt x="113147" y="436439"/>
                  <a:pt x="108900" y="425620"/>
                  <a:pt x="104253" y="415602"/>
                </a:cubicBezTo>
                <a:cubicBezTo>
                  <a:pt x="82617" y="350766"/>
                  <a:pt x="74284" y="272227"/>
                  <a:pt x="76367" y="213482"/>
                </a:cubicBezTo>
                <a:lnTo>
                  <a:pt x="76446" y="213482"/>
                </a:lnTo>
                <a:close/>
                <a:moveTo>
                  <a:pt x="691946" y="613555"/>
                </a:moveTo>
                <a:cubicBezTo>
                  <a:pt x="455875" y="281524"/>
                  <a:pt x="154255" y="306291"/>
                  <a:pt x="76526" y="213486"/>
                </a:cubicBezTo>
                <a:cubicBezTo>
                  <a:pt x="78049" y="169246"/>
                  <a:pt x="85581" y="136148"/>
                  <a:pt x="97681" y="128694"/>
                </a:cubicBezTo>
                <a:cubicBezTo>
                  <a:pt x="128772" y="109540"/>
                  <a:pt x="248892" y="115471"/>
                  <a:pt x="398580" y="230956"/>
                </a:cubicBezTo>
                <a:cubicBezTo>
                  <a:pt x="480636" y="301722"/>
                  <a:pt x="562611" y="385231"/>
                  <a:pt x="625435" y="470823"/>
                </a:cubicBezTo>
                <a:cubicBezTo>
                  <a:pt x="695792" y="566755"/>
                  <a:pt x="692026" y="613558"/>
                  <a:pt x="692026" y="613558"/>
                </a:cubicBezTo>
                <a:lnTo>
                  <a:pt x="691946" y="613555"/>
                </a:lnTo>
                <a:close/>
                <a:moveTo>
                  <a:pt x="164191" y="63313"/>
                </a:moveTo>
                <a:cubicBezTo>
                  <a:pt x="228138" y="97614"/>
                  <a:pt x="313399" y="157481"/>
                  <a:pt x="398580" y="230971"/>
                </a:cubicBezTo>
                <a:cubicBezTo>
                  <a:pt x="248892" y="115486"/>
                  <a:pt x="128773" y="109555"/>
                  <a:pt x="97681" y="128709"/>
                </a:cubicBezTo>
                <a:cubicBezTo>
                  <a:pt x="69395" y="146100"/>
                  <a:pt x="66430" y="301897"/>
                  <a:pt x="104413" y="415620"/>
                </a:cubicBezTo>
                <a:cubicBezTo>
                  <a:pt x="68513" y="337721"/>
                  <a:pt x="12661" y="311996"/>
                  <a:pt x="6731" y="165414"/>
                </a:cubicBezTo>
                <a:cubicBezTo>
                  <a:pt x="0" y="0"/>
                  <a:pt x="51284" y="2725"/>
                  <a:pt x="164191" y="63313"/>
                </a:cubicBezTo>
                <a:close/>
                <a:moveTo>
                  <a:pt x="295290" y="658931"/>
                </a:moveTo>
                <a:cubicBezTo>
                  <a:pt x="235739" y="657869"/>
                  <a:pt x="195583" y="652804"/>
                  <a:pt x="169717" y="628557"/>
                </a:cubicBezTo>
                <a:cubicBezTo>
                  <a:pt x="123641" y="585440"/>
                  <a:pt x="125884" y="476286"/>
                  <a:pt x="117150" y="448556"/>
                </a:cubicBezTo>
                <a:lnTo>
                  <a:pt x="117070" y="448556"/>
                </a:lnTo>
                <a:cubicBezTo>
                  <a:pt x="177009" y="456250"/>
                  <a:pt x="488569" y="415224"/>
                  <a:pt x="691946" y="613577"/>
                </a:cubicBezTo>
                <a:cubicBezTo>
                  <a:pt x="691946" y="613577"/>
                  <a:pt x="623909" y="667507"/>
                  <a:pt x="473660" y="661255"/>
                </a:cubicBezTo>
              </a:path>
            </a:pathLst>
          </a:custGeom>
          <a:noFill/>
          <a:ln w="12858">
            <a:solidFill>
              <a:srgbClr val="1EABD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19500" y="1281590"/>
            <a:ext cx="2455800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484848"/>
                </a:solidFill>
                <a:latin typeface="Roboto"/>
              </a:rPr>
              <a:t>Machine Learning Journey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47736" y="5164932"/>
            <a:ext cx="679673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>
                <a:solidFill>
                  <a:srgbClr val="484848"/>
                </a:solidFill>
                <a:latin typeface="Roboto"/>
              </a:rPr>
              <a:t>Using Python
libraries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10376" y="4452557"/>
            <a:ext cx="1113456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>
                <a:solidFill>
                  <a:srgbClr val="969696"/>
                </a:solidFill>
                <a:latin typeface="Roboto"/>
              </a:rPr>
              <a:t>Initial
Understanding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30155" y="4658297"/>
            <a:ext cx="115428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>
                <a:solidFill>
                  <a:srgbClr val="969696"/>
                </a:solidFill>
                <a:latin typeface="Roboto"/>
              </a:rPr>
              <a:t>Learning Types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7285" y="4452557"/>
            <a:ext cx="861107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>
                <a:solidFill>
                  <a:srgbClr val="969696"/>
                </a:solidFill>
                <a:latin typeface="Roboto"/>
              </a:rPr>
              <a:t>Practical
Application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80708" y="4761167"/>
            <a:ext cx="113339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>
                <a:solidFill>
                  <a:srgbClr val="969696"/>
                </a:solidFill>
                <a:latin typeface="Roboto"/>
              </a:rPr>
              <a:t>Model Building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30132" y="4658297"/>
            <a:ext cx="714939" cy="4001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>
                <a:solidFill>
                  <a:srgbClr val="969696"/>
                </a:solidFill>
                <a:latin typeface="Roboto"/>
              </a:rPr>
              <a:t>Hands-on
Exposure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77349" y="4959192"/>
            <a:ext cx="979434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>
                <a:solidFill>
                  <a:srgbClr val="484848"/>
                </a:solidFill>
                <a:latin typeface="Roboto"/>
              </a:rPr>
              <a:t>Basic ML concepts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75781" y="4959192"/>
            <a:ext cx="904094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>
                <a:solidFill>
                  <a:srgbClr val="484848"/>
                </a:solidFill>
                <a:latin typeface="Roboto"/>
              </a:rPr>
              <a:t>Applying ML to
business projects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5764" y="4959191"/>
            <a:ext cx="722954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>
                <a:solidFill>
                  <a:srgbClr val="484848"/>
                </a:solidFill>
                <a:latin typeface="Roboto"/>
              </a:rPr>
              <a:t>Exploring
supervised,
unsupervised,
reinforcement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75385" y="5062062"/>
            <a:ext cx="944168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>
                <a:solidFill>
                  <a:srgbClr val="484848"/>
                </a:solidFill>
                <a:latin typeface="Roboto"/>
              </a:rPr>
              <a:t>Understanding the
workflow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A31BFED8-8DC7-A2E0-CBDB-0052B8B33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641" y="19664"/>
            <a:ext cx="12376641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7D26896B-02BE-6D8A-68AD-CEAC63D30B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5233"/>
          <a:stretch>
            <a:fillRect/>
          </a:stretch>
        </p:blipFill>
        <p:spPr>
          <a:xfrm>
            <a:off x="797264" y="411373"/>
            <a:ext cx="10689336" cy="5571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204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E2F720-CC43-3364-1245-F58920F120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1" r="375" b="1"/>
          <a:stretch>
            <a:fillRect/>
          </a:stretch>
        </p:blipFill>
        <p:spPr>
          <a:xfrm>
            <a:off x="583656" y="499236"/>
            <a:ext cx="11024687" cy="568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904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9B9E0C-D361-8254-B8A4-0D9FAA1A8B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2576"/>
          <a:stretch>
            <a:fillRect/>
          </a:stretch>
        </p:blipFill>
        <p:spPr>
          <a:xfrm>
            <a:off x="797264" y="383333"/>
            <a:ext cx="10689336" cy="5571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670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5FCECF-0434-487E-018B-7155C9484B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2639"/>
          <a:stretch>
            <a:fillRect/>
          </a:stretch>
        </p:blipFill>
        <p:spPr>
          <a:xfrm>
            <a:off x="583656" y="499236"/>
            <a:ext cx="11024687" cy="568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711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>
            <a:extLst>
              <a:ext uri="{FF2B5EF4-FFF2-40B4-BE49-F238E27FC236}">
                <a16:creationId xmlns:a16="http://schemas.microsoft.com/office/drawing/2014/main" id="{6DD75494-5DC5-0DC5-40B3-371F9B91C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841280"/>
            <a:ext cx="10905066" cy="5234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9977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C784ED-EC17-4BF4-13F1-1F5B7C5DF5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52" r="1" b="1"/>
          <a:stretch>
            <a:fillRect/>
          </a:stretch>
        </p:blipFill>
        <p:spPr>
          <a:xfrm>
            <a:off x="122716" y="115738"/>
            <a:ext cx="11938653" cy="661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42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3AA8F6-BDD3-8364-E5D4-8C58196ACE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1" r="1" b="1"/>
          <a:stretch>
            <a:fillRect/>
          </a:stretch>
        </p:blipFill>
        <p:spPr>
          <a:xfrm>
            <a:off x="583656" y="499236"/>
            <a:ext cx="11024687" cy="568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840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small spam filter&#10;&#10;AI-generated content may be incorrect.">
            <a:extLst>
              <a:ext uri="{FF2B5EF4-FFF2-40B4-BE49-F238E27FC236}">
                <a16:creationId xmlns:a16="http://schemas.microsoft.com/office/drawing/2014/main" id="{91A3F66E-A3C7-5D7D-1893-5B12C5E24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499" y="1993638"/>
            <a:ext cx="5291666" cy="2738436"/>
          </a:xfrm>
          <a:prstGeom prst="rect">
            <a:avLst/>
          </a:prstGeom>
        </p:spPr>
      </p:pic>
      <p:pic>
        <p:nvPicPr>
          <p:cNvPr id="3" name="Picture 2" descr="Screens screenshot of a weather app&#10;&#10;AI-generated content may be incorrect.">
            <a:extLst>
              <a:ext uri="{FF2B5EF4-FFF2-40B4-BE49-F238E27FC236}">
                <a16:creationId xmlns:a16="http://schemas.microsoft.com/office/drawing/2014/main" id="{232C9207-C6EC-9D8F-43A8-7A5113245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35" y="2059782"/>
            <a:ext cx="5291667" cy="2672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950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A1E54E-434F-CAFD-065A-868C9DBB3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75" y="653298"/>
            <a:ext cx="1026925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031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7FA5C9E-5685-C410-1FEC-510549B894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263162"/>
              </p:ext>
            </p:extLst>
          </p:nvPr>
        </p:nvGraphicFramePr>
        <p:xfrm>
          <a:off x="643467" y="1743351"/>
          <a:ext cx="10905070" cy="3333670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</a:tblPr>
              <a:tblGrid>
                <a:gridCol w="711266">
                  <a:extLst>
                    <a:ext uri="{9D8B030D-6E8A-4147-A177-3AD203B41FA5}">
                      <a16:colId xmlns:a16="http://schemas.microsoft.com/office/drawing/2014/main" val="88355147"/>
                    </a:ext>
                  </a:extLst>
                </a:gridCol>
                <a:gridCol w="576704">
                  <a:extLst>
                    <a:ext uri="{9D8B030D-6E8A-4147-A177-3AD203B41FA5}">
                      <a16:colId xmlns:a16="http://schemas.microsoft.com/office/drawing/2014/main" val="3459616535"/>
                    </a:ext>
                  </a:extLst>
                </a:gridCol>
                <a:gridCol w="1315616">
                  <a:extLst>
                    <a:ext uri="{9D8B030D-6E8A-4147-A177-3AD203B41FA5}">
                      <a16:colId xmlns:a16="http://schemas.microsoft.com/office/drawing/2014/main" val="1508249125"/>
                    </a:ext>
                  </a:extLst>
                </a:gridCol>
                <a:gridCol w="1464906">
                  <a:extLst>
                    <a:ext uri="{9D8B030D-6E8A-4147-A177-3AD203B41FA5}">
                      <a16:colId xmlns:a16="http://schemas.microsoft.com/office/drawing/2014/main" val="2314183251"/>
                    </a:ext>
                  </a:extLst>
                </a:gridCol>
                <a:gridCol w="1101012">
                  <a:extLst>
                    <a:ext uri="{9D8B030D-6E8A-4147-A177-3AD203B41FA5}">
                      <a16:colId xmlns:a16="http://schemas.microsoft.com/office/drawing/2014/main" val="472397307"/>
                    </a:ext>
                  </a:extLst>
                </a:gridCol>
                <a:gridCol w="1931437">
                  <a:extLst>
                    <a:ext uri="{9D8B030D-6E8A-4147-A177-3AD203B41FA5}">
                      <a16:colId xmlns:a16="http://schemas.microsoft.com/office/drawing/2014/main" val="2852674761"/>
                    </a:ext>
                  </a:extLst>
                </a:gridCol>
                <a:gridCol w="1968759">
                  <a:extLst>
                    <a:ext uri="{9D8B030D-6E8A-4147-A177-3AD203B41FA5}">
                      <a16:colId xmlns:a16="http://schemas.microsoft.com/office/drawing/2014/main" val="1285300502"/>
                    </a:ext>
                  </a:extLst>
                </a:gridCol>
                <a:gridCol w="1835370">
                  <a:extLst>
                    <a:ext uri="{9D8B030D-6E8A-4147-A177-3AD203B41FA5}">
                      <a16:colId xmlns:a16="http://schemas.microsoft.com/office/drawing/2014/main" val="3288490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br>
                        <a:rPr lang="en-IN" sz="1700" b="0" cap="none" spc="0" dirty="0">
                          <a:solidFill>
                            <a:schemeClr val="bg1"/>
                          </a:solidFill>
                          <a:effectLst/>
                        </a:rPr>
                      </a:br>
                      <a:endParaRPr lang="en-IN" sz="1700" b="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br>
                        <a:rPr lang="en-IN" sz="1700" b="0" cap="none" spc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IN" sz="1700" b="0" cap="none" spc="0" dirty="0">
                          <a:solidFill>
                            <a:schemeClr val="bg1"/>
                          </a:solidFill>
                          <a:effectLst/>
                        </a:rPr>
                        <a:t>age</a:t>
                      </a:r>
                    </a:p>
                  </a:txBody>
                  <a:tcPr marL="142604" marR="73130" marT="109695" marB="10969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700" b="0" cap="none" spc="0" dirty="0" err="1">
                          <a:solidFill>
                            <a:schemeClr val="bg1"/>
                          </a:solidFill>
                          <a:effectLst/>
                        </a:rPr>
                        <a:t>time_spent</a:t>
                      </a:r>
                      <a:endParaRPr lang="en-IN" sz="1700" b="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42604" marR="73130" marT="109695" marB="10969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700" b="0" cap="none" spc="0" dirty="0" err="1">
                          <a:solidFill>
                            <a:schemeClr val="bg1"/>
                          </a:solidFill>
                          <a:effectLst/>
                        </a:rPr>
                        <a:t>pages_viewed</a:t>
                      </a:r>
                      <a:endParaRPr lang="en-IN" sz="1700" b="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42604" marR="73130" marT="109695" marB="10969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700" b="0" cap="none" spc="0" dirty="0">
                          <a:solidFill>
                            <a:schemeClr val="bg1"/>
                          </a:solidFill>
                          <a:effectLst/>
                        </a:rPr>
                        <a:t>clicks</a:t>
                      </a:r>
                    </a:p>
                  </a:txBody>
                  <a:tcPr marL="142604" marR="73130" marT="109695" marB="10969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700" b="0" cap="none" spc="0" dirty="0" err="1">
                          <a:solidFill>
                            <a:schemeClr val="bg1"/>
                          </a:solidFill>
                          <a:effectLst/>
                        </a:rPr>
                        <a:t>sentiment_score</a:t>
                      </a:r>
                      <a:endParaRPr lang="en-IN" sz="1700" b="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42604" marR="73130" marT="109695" marB="10969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700" b="0" cap="none" spc="0" dirty="0" err="1">
                          <a:solidFill>
                            <a:schemeClr val="bg1"/>
                          </a:solidFill>
                          <a:effectLst/>
                        </a:rPr>
                        <a:t>engagement_score</a:t>
                      </a:r>
                      <a:endParaRPr lang="en-IN" sz="1700" b="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42604" marR="73130" marT="109695" marB="10969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700" b="0" cap="none" spc="0" dirty="0" err="1">
                          <a:solidFill>
                            <a:srgbClr val="FFFF00"/>
                          </a:solidFill>
                          <a:effectLst/>
                        </a:rPr>
                        <a:t>survey_response</a:t>
                      </a:r>
                      <a:endParaRPr lang="en-IN" sz="1700" b="0" cap="none" spc="0" dirty="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142604" marR="73130" marT="109695" marB="10969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0433120"/>
                  </a:ext>
                </a:extLst>
              </a:tr>
              <a:tr h="51922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700" b="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56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6.024771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16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-0.848946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7.809908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3537856"/>
                  </a:ext>
                </a:extLst>
              </a:tr>
              <a:tr h="51922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700" b="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46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13.219156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0.655162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9.787663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032828"/>
                  </a:ext>
                </a:extLst>
              </a:tr>
              <a:tr h="51922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700" b="0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32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13.141028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-0.144662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10.056411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386251"/>
                  </a:ext>
                </a:extLst>
              </a:tr>
              <a:tr h="51922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700" b="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60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9.114213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13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0.192128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9.345685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832640"/>
                  </a:ext>
                </a:extLst>
              </a:tr>
              <a:tr h="51922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700" b="0" cap="none" spc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25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10.050655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18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-0.820696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12.420262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3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8191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D4024E-B9F3-2584-4CF8-FBA6CA031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467" y="876555"/>
            <a:ext cx="9431066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703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B5A192-F5D9-D76D-5C57-F362440F7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098" y="1019450"/>
            <a:ext cx="9335803" cy="4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B47211-1489-C617-EA70-DA3C35319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730" y="975970"/>
            <a:ext cx="9240540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368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0D88EB-13D7-A288-FAD4-D803D4B0B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388" y="928338"/>
            <a:ext cx="9307224" cy="50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023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96C481-B683-360A-557B-05338E8DB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833" y="594306"/>
            <a:ext cx="994833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260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E35EA3D0-26DF-3C22-0286-1C9307A31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09357" y="643467"/>
            <a:ext cx="4373285" cy="5571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79016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7323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8608</TotalTime>
  <Words>125</Words>
  <Application>Microsoft Office PowerPoint</Application>
  <PresentationFormat>Widescreen</PresentationFormat>
  <Paragraphs>66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Roboto</vt:lpstr>
      <vt:lpstr>Office Theme</vt:lpstr>
      <vt:lpstr>Machine Learning Fundamentals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bhagyesh mawale</dc:creator>
  <cp:lastModifiedBy>bhagyesh mawale</cp:lastModifiedBy>
  <cp:revision>2</cp:revision>
  <dcterms:created xsi:type="dcterms:W3CDTF">2026-03-05T03:05:50Z</dcterms:created>
  <dcterms:modified xsi:type="dcterms:W3CDTF">2026-03-11T02:34:25Z</dcterms:modified>
</cp:coreProperties>
</file>